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9"/>
  </p:notesMasterIdLst>
  <p:sldIdLst>
    <p:sldId id="2567" r:id="rId5"/>
    <p:sldId id="2563" r:id="rId6"/>
    <p:sldId id="2566" r:id="rId7"/>
    <p:sldId id="2568"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ata Processing Workflow Overview" id="{60CFB8C0-DB06-4FE8-A21E-E9AAED6A9DD1}">
          <p14:sldIdLst>
            <p14:sldId id="2567"/>
            <p14:sldId id="2563"/>
            <p14:sldId id="2566"/>
            <p14:sldId id="2568"/>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0CD950A-8B1A-43C5-B0B8-8C8045201A87}" v="90" dt="2025-12-20T02:57:08.609"/>
    <p1510:client id="{7AF5E761-F2D2-A338-694F-796674C40035}" v="108" dt="2025-12-19T06:31:16.621"/>
    <p1510:client id="{C3ABFBEA-BCC0-4B67-879E-6BFBE5DC52D6}" v="10" dt="2025-12-19T06:16:01.22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theme" Target="theme/theme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viewProps" Target="viewProps.xml"/><Relationship Id="rId5" Type="http://schemas.openxmlformats.org/officeDocument/2006/relationships/slide" Target="slides/slide1.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clId="Web-{C3ABFBEA-BCC0-4B67-879E-6BFBE5DC52D6}"/>
    <pc:docChg chg="addSld delSld modSld addSection">
      <pc:chgData name="" userId="" providerId="" clId="Web-{C3ABFBEA-BCC0-4B67-879E-6BFBE5DC52D6}" dt="2025-12-19T06:16:01.229" v="10" actId="34807"/>
      <pc:docMkLst>
        <pc:docMk/>
      </pc:docMkLst>
      <pc:sldChg chg="del">
        <pc:chgData name="" userId="" providerId="" clId="Web-{C3ABFBEA-BCC0-4B67-879E-6BFBE5DC52D6}" dt="2025-12-19T06:16:01.214" v="0" actId="34807"/>
        <pc:sldMkLst>
          <pc:docMk/>
          <pc:sldMk cId="3365127690" sldId="257"/>
        </pc:sldMkLst>
      </pc:sldChg>
      <pc:sldChg chg="modSp add mod modClrScheme addAnim chgLayout">
        <pc:chgData name="" userId="" providerId="" clId="Web-{C3ABFBEA-BCC0-4B67-879E-6BFBE5DC52D6}" dt="2025-12-19T06:16:01.229" v="4" actId="34807"/>
        <pc:sldMkLst>
          <pc:docMk/>
          <pc:sldMk cId="4128498262" sldId="2561"/>
        </pc:sldMkLst>
        <pc:spChg chg="mod">
          <ac:chgData name="" userId="" providerId="" clId="Web-{C3ABFBEA-BCC0-4B67-879E-6BFBE5DC52D6}" dt="2025-12-19T06:16:01.229" v="1" actId="34807"/>
          <ac:spMkLst>
            <pc:docMk/>
            <pc:sldMk cId="4128498262" sldId="2561"/>
            <ac:spMk id="2" creationId="{13FADAA7-985F-26D8-A600-3C9C357694DE}"/>
          </ac:spMkLst>
        </pc:spChg>
        <pc:spChg chg="mod">
          <ac:chgData name="" userId="" providerId="" clId="Web-{C3ABFBEA-BCC0-4B67-879E-6BFBE5DC52D6}" dt="2025-12-19T06:16:01.229" v="1" actId="34807"/>
          <ac:spMkLst>
            <pc:docMk/>
            <pc:sldMk cId="4128498262" sldId="2561"/>
            <ac:spMk id="3" creationId="{3065142C-F145-10EC-DEC1-39F6FF48821C}"/>
          </ac:spMkLst>
        </pc:spChg>
      </pc:sldChg>
      <pc:sldChg chg="modSp add mod modTransition modClrScheme addAnim chgLayout">
        <pc:chgData name="" userId="" providerId="" clId="Web-{C3ABFBEA-BCC0-4B67-879E-6BFBE5DC52D6}" dt="2025-12-19T06:16:01.229" v="5" actId="34807"/>
        <pc:sldMkLst>
          <pc:docMk/>
          <pc:sldMk cId="2639689550" sldId="2562"/>
        </pc:sldMkLst>
        <pc:spChg chg="mod">
          <ac:chgData name="" userId="" providerId="" clId="Web-{C3ABFBEA-BCC0-4B67-879E-6BFBE5DC52D6}" dt="2025-12-19T06:16:01.229" v="1" actId="34807"/>
          <ac:spMkLst>
            <pc:docMk/>
            <pc:sldMk cId="2639689550" sldId="2562"/>
            <ac:spMk id="2" creationId="{DCAA0B66-9A85-998A-43E2-20CAD3206A2F}"/>
          </ac:spMkLst>
        </pc:spChg>
      </pc:sldChg>
      <pc:sldChg chg="modSp add mod modTransition modClrScheme addAnim chgLayout">
        <pc:chgData name="" userId="" providerId="" clId="Web-{C3ABFBEA-BCC0-4B67-879E-6BFBE5DC52D6}" dt="2025-12-19T06:16:01.229" v="6" actId="34807"/>
        <pc:sldMkLst>
          <pc:docMk/>
          <pc:sldMk cId="1372200052" sldId="2563"/>
        </pc:sldMkLst>
        <pc:spChg chg="mod">
          <ac:chgData name="" userId="" providerId="" clId="Web-{C3ABFBEA-BCC0-4B67-879E-6BFBE5DC52D6}" dt="2025-12-19T06:16:01.229" v="1" actId="34807"/>
          <ac:spMkLst>
            <pc:docMk/>
            <pc:sldMk cId="1372200052" sldId="2563"/>
            <ac:spMk id="2" creationId="{CEAFC91F-C61C-F3F1-FDB7-C48A30C73989}"/>
          </ac:spMkLst>
        </pc:spChg>
        <pc:spChg chg="mod">
          <ac:chgData name="" userId="" providerId="" clId="Web-{C3ABFBEA-BCC0-4B67-879E-6BFBE5DC52D6}" dt="2025-12-19T06:16:01.229" v="1" actId="34807"/>
          <ac:spMkLst>
            <pc:docMk/>
            <pc:sldMk cId="1372200052" sldId="2563"/>
            <ac:spMk id="5" creationId="{813474B5-6F62-44F1-B0A7-46581AE3CA1E}"/>
          </ac:spMkLst>
        </pc:spChg>
        <pc:picChg chg="mod">
          <ac:chgData name="" userId="" providerId="" clId="Web-{C3ABFBEA-BCC0-4B67-879E-6BFBE5DC52D6}" dt="2025-12-19T06:16:01.229" v="1" actId="34807"/>
          <ac:picMkLst>
            <pc:docMk/>
            <pc:sldMk cId="1372200052" sldId="2563"/>
            <ac:picMk id="4" creationId="{90074277-1477-4C2A-9649-B624A15A622A}"/>
          </ac:picMkLst>
        </pc:picChg>
      </pc:sldChg>
      <pc:sldChg chg="modSp add mod modTransition modClrScheme addAnim chgLayout">
        <pc:chgData name="" userId="" providerId="" clId="Web-{C3ABFBEA-BCC0-4B67-879E-6BFBE5DC52D6}" dt="2025-12-19T06:16:01.229" v="7" actId="34807"/>
        <pc:sldMkLst>
          <pc:docMk/>
          <pc:sldMk cId="543071705" sldId="2564"/>
        </pc:sldMkLst>
        <pc:spChg chg="mod">
          <ac:chgData name="" userId="" providerId="" clId="Web-{C3ABFBEA-BCC0-4B67-879E-6BFBE5DC52D6}" dt="2025-12-19T06:16:01.229" v="1" actId="34807"/>
          <ac:spMkLst>
            <pc:docMk/>
            <pc:sldMk cId="543071705" sldId="2564"/>
            <ac:spMk id="2" creationId="{EB67B72F-B764-67EB-9A28-2D5892A4E3D9}"/>
          </ac:spMkLst>
        </pc:spChg>
        <pc:spChg chg="mod">
          <ac:chgData name="" userId="" providerId="" clId="Web-{C3ABFBEA-BCC0-4B67-879E-6BFBE5DC52D6}" dt="2025-12-19T06:16:01.229" v="1" actId="34807"/>
          <ac:spMkLst>
            <pc:docMk/>
            <pc:sldMk cId="543071705" sldId="2564"/>
            <ac:spMk id="5" creationId="{F6EB0A11-C6D3-4977-AA34-DFA1E1C64DE3}"/>
          </ac:spMkLst>
        </pc:spChg>
        <pc:picChg chg="mod ord">
          <ac:chgData name="" userId="" providerId="" clId="Web-{C3ABFBEA-BCC0-4B67-879E-6BFBE5DC52D6}" dt="2025-12-19T06:16:01.229" v="1" actId="34807"/>
          <ac:picMkLst>
            <pc:docMk/>
            <pc:sldMk cId="543071705" sldId="2564"/>
            <ac:picMk id="4" creationId="{B7E2355A-F13D-48B5-945F-F5DC9E69C25B}"/>
          </ac:picMkLst>
        </pc:picChg>
      </pc:sldChg>
      <pc:sldChg chg="modSp add mod modTransition modClrScheme addAnim chgLayout">
        <pc:chgData name="" userId="" providerId="" clId="Web-{C3ABFBEA-BCC0-4B67-879E-6BFBE5DC52D6}" dt="2025-12-19T06:16:01.229" v="8" actId="34807"/>
        <pc:sldMkLst>
          <pc:docMk/>
          <pc:sldMk cId="3919764783" sldId="2565"/>
        </pc:sldMkLst>
        <pc:spChg chg="mod">
          <ac:chgData name="" userId="" providerId="" clId="Web-{C3ABFBEA-BCC0-4B67-879E-6BFBE5DC52D6}" dt="2025-12-19T06:16:01.229" v="1" actId="34807"/>
          <ac:spMkLst>
            <pc:docMk/>
            <pc:sldMk cId="3919764783" sldId="2565"/>
            <ac:spMk id="2" creationId="{56DA2FA9-1317-B064-EBD4-9B90B88977D1}"/>
          </ac:spMkLst>
        </pc:spChg>
      </pc:sldChg>
      <pc:sldChg chg="modSp add mod modTransition modClrScheme addAnim chgLayout">
        <pc:chgData name="" userId="" providerId="" clId="Web-{C3ABFBEA-BCC0-4B67-879E-6BFBE5DC52D6}" dt="2025-12-19T06:16:01.229" v="9" actId="34807"/>
        <pc:sldMkLst>
          <pc:docMk/>
          <pc:sldMk cId="3439493129" sldId="2566"/>
        </pc:sldMkLst>
        <pc:spChg chg="mod">
          <ac:chgData name="" userId="" providerId="" clId="Web-{C3ABFBEA-BCC0-4B67-879E-6BFBE5DC52D6}" dt="2025-12-19T06:16:01.229" v="1" actId="34807"/>
          <ac:spMkLst>
            <pc:docMk/>
            <pc:sldMk cId="3439493129" sldId="2566"/>
            <ac:spMk id="2" creationId="{FAA14E9A-62A3-D277-902B-84387D6D7C62}"/>
          </ac:spMkLst>
        </pc:spChg>
        <pc:spChg chg="mod">
          <ac:chgData name="" userId="" providerId="" clId="Web-{C3ABFBEA-BCC0-4B67-879E-6BFBE5DC52D6}" dt="2025-12-19T06:16:01.229" v="1" actId="34807"/>
          <ac:spMkLst>
            <pc:docMk/>
            <pc:sldMk cId="3439493129" sldId="2566"/>
            <ac:spMk id="5" creationId="{3E0A5582-B8F6-483F-9D05-6575EDCFB6D3}"/>
          </ac:spMkLst>
        </pc:spChg>
        <pc:picChg chg="mod ord">
          <ac:chgData name="" userId="" providerId="" clId="Web-{C3ABFBEA-BCC0-4B67-879E-6BFBE5DC52D6}" dt="2025-12-19T06:16:01.229" v="1" actId="34807"/>
          <ac:picMkLst>
            <pc:docMk/>
            <pc:sldMk cId="3439493129" sldId="2566"/>
            <ac:picMk id="4" creationId="{10985449-9BF5-49EE-9B65-8AF0AFF9FDFE}"/>
          </ac:picMkLst>
        </pc:picChg>
      </pc:sldChg>
      <pc:sldChg chg="modSp add mod modTransition modClrScheme addAnim chgLayout">
        <pc:chgData name="" userId="" providerId="" clId="Web-{C3ABFBEA-BCC0-4B67-879E-6BFBE5DC52D6}" dt="2025-12-19T06:16:01.229" v="10" actId="34807"/>
        <pc:sldMkLst>
          <pc:docMk/>
          <pc:sldMk cId="3942418843" sldId="2567"/>
        </pc:sldMkLst>
        <pc:spChg chg="mod">
          <ac:chgData name="" userId="" providerId="" clId="Web-{C3ABFBEA-BCC0-4B67-879E-6BFBE5DC52D6}" dt="2025-12-19T06:16:01.229" v="1" actId="34807"/>
          <ac:spMkLst>
            <pc:docMk/>
            <pc:sldMk cId="3942418843" sldId="2567"/>
            <ac:spMk id="2" creationId="{279BCE44-4D84-8180-DC52-D9FF20239689}"/>
          </ac:spMkLst>
        </pc:spChg>
        <pc:spChg chg="mod">
          <ac:chgData name="" userId="" providerId="" clId="Web-{C3ABFBEA-BCC0-4B67-879E-6BFBE5DC52D6}" dt="2025-12-19T06:16:01.229" v="1" actId="34807"/>
          <ac:spMkLst>
            <pc:docMk/>
            <pc:sldMk cId="3942418843" sldId="2567"/>
            <ac:spMk id="5" creationId="{C2D81F38-0CAE-4B85-884A-F612CBA036D1}"/>
          </ac:spMkLst>
        </pc:spChg>
        <pc:picChg chg="mod ord">
          <ac:chgData name="" userId="" providerId="" clId="Web-{C3ABFBEA-BCC0-4B67-879E-6BFBE5DC52D6}" dt="2025-12-19T06:16:01.229" v="1" actId="34807"/>
          <ac:picMkLst>
            <pc:docMk/>
            <pc:sldMk cId="3942418843" sldId="2567"/>
            <ac:picMk id="4" creationId="{1E608F36-BA43-4F17-966E-72D95DAB9DBF}"/>
          </ac:picMkLst>
        </pc:picChg>
      </pc:sldChg>
    </pc:docChg>
  </pc:docChgLst>
  <pc:docChgLst>
    <pc:chgData name="Woo, Sabrina" userId="S::sywc2v@umsystem.edu::40009996-5239-4603-8102-201437aae515" providerId="AD" clId="Web-{7AF5E761-F2D2-A338-694F-796674C40035}"/>
    <pc:docChg chg="addSld delSld modSld sldOrd delSection modSection">
      <pc:chgData name="Woo, Sabrina" userId="S::sywc2v@umsystem.edu::40009996-5239-4603-8102-201437aae515" providerId="AD" clId="Web-{7AF5E761-F2D2-A338-694F-796674C40035}" dt="2025-12-19T06:31:16.621" v="103" actId="20577"/>
      <pc:docMkLst>
        <pc:docMk/>
      </pc:docMkLst>
      <pc:sldChg chg="del">
        <pc:chgData name="Woo, Sabrina" userId="S::sywc2v@umsystem.edu::40009996-5239-4603-8102-201437aae515" providerId="AD" clId="Web-{7AF5E761-F2D2-A338-694F-796674C40035}" dt="2025-12-19T06:28:17.481" v="28"/>
        <pc:sldMkLst>
          <pc:docMk/>
          <pc:sldMk cId="4128498262" sldId="2561"/>
        </pc:sldMkLst>
      </pc:sldChg>
      <pc:sldChg chg="del">
        <pc:chgData name="Woo, Sabrina" userId="S::sywc2v@umsystem.edu::40009996-5239-4603-8102-201437aae515" providerId="AD" clId="Web-{7AF5E761-F2D2-A338-694F-796674C40035}" dt="2025-12-19T06:28:16.309" v="27"/>
        <pc:sldMkLst>
          <pc:docMk/>
          <pc:sldMk cId="2639689550" sldId="2562"/>
        </pc:sldMkLst>
      </pc:sldChg>
      <pc:sldChg chg="addSp delSp modSp add del mod ord modTransition delAnim chgLayout">
        <pc:chgData name="Woo, Sabrina" userId="S::sywc2v@umsystem.edu::40009996-5239-4603-8102-201437aae515" providerId="AD" clId="Web-{7AF5E761-F2D2-A338-694F-796674C40035}" dt="2025-12-19T06:31:13.387" v="102" actId="20577"/>
        <pc:sldMkLst>
          <pc:docMk/>
          <pc:sldMk cId="1372200052" sldId="2563"/>
        </pc:sldMkLst>
        <pc:spChg chg="mod ord">
          <ac:chgData name="Woo, Sabrina" userId="S::sywc2v@umsystem.edu::40009996-5239-4603-8102-201437aae515" providerId="AD" clId="Web-{7AF5E761-F2D2-A338-694F-796674C40035}" dt="2025-12-19T06:31:13.387" v="102" actId="20577"/>
          <ac:spMkLst>
            <pc:docMk/>
            <pc:sldMk cId="1372200052" sldId="2563"/>
            <ac:spMk id="2" creationId="{CEAFC91F-C61C-F3F1-FDB7-C48A30C73989}"/>
          </ac:spMkLst>
        </pc:spChg>
        <pc:spChg chg="mod">
          <ac:chgData name="Woo, Sabrina" userId="S::sywc2v@umsystem.edu::40009996-5239-4603-8102-201437aae515" providerId="AD" clId="Web-{7AF5E761-F2D2-A338-694F-796674C40035}" dt="2025-12-19T06:28:26.481" v="31" actId="1076"/>
          <ac:spMkLst>
            <pc:docMk/>
            <pc:sldMk cId="1372200052" sldId="2563"/>
            <ac:spMk id="5" creationId="{813474B5-6F62-44F1-B0A7-46581AE3CA1E}"/>
          </ac:spMkLst>
        </pc:spChg>
        <pc:spChg chg="add del mod">
          <ac:chgData name="Woo, Sabrina" userId="S::sywc2v@umsystem.edu::40009996-5239-4603-8102-201437aae515" providerId="AD" clId="Web-{7AF5E761-F2D2-A338-694F-796674C40035}" dt="2025-12-19T06:27:26.527" v="4"/>
          <ac:spMkLst>
            <pc:docMk/>
            <pc:sldMk cId="1372200052" sldId="2563"/>
            <ac:spMk id="6" creationId="{7B5A1B54-C795-A6E6-C318-C4E3C857BFD3}"/>
          </ac:spMkLst>
        </pc:spChg>
        <pc:spChg chg="add mod">
          <ac:chgData name="Woo, Sabrina" userId="S::sywc2v@umsystem.edu::40009996-5239-4603-8102-201437aae515" providerId="AD" clId="Web-{7AF5E761-F2D2-A338-694F-796674C40035}" dt="2025-12-19T06:28:29.731" v="33" actId="14100"/>
          <ac:spMkLst>
            <pc:docMk/>
            <pc:sldMk cId="1372200052" sldId="2563"/>
            <ac:spMk id="7" creationId="{F6EB0A11-C6D3-4977-AA34-DFA1E1C64DE3}"/>
          </ac:spMkLst>
        </pc:spChg>
        <pc:spChg chg="add del mod">
          <ac:chgData name="Woo, Sabrina" userId="S::sywc2v@umsystem.edu::40009996-5239-4603-8102-201437aae515" providerId="AD" clId="Web-{7AF5E761-F2D2-A338-694F-796674C40035}" dt="2025-12-19T06:27:58.762" v="17"/>
          <ac:spMkLst>
            <pc:docMk/>
            <pc:sldMk cId="1372200052" sldId="2563"/>
            <ac:spMk id="8" creationId="{3E0A5582-B8F6-483F-9D05-6575EDCFB6D3}"/>
          </ac:spMkLst>
        </pc:spChg>
        <pc:spChg chg="add del mod ord">
          <ac:chgData name="Woo, Sabrina" userId="S::sywc2v@umsystem.edu::40009996-5239-4603-8102-201437aae515" providerId="AD" clId="Web-{7AF5E761-F2D2-A338-694F-796674C40035}" dt="2025-12-19T06:29:32.293" v="64"/>
          <ac:spMkLst>
            <pc:docMk/>
            <pc:sldMk cId="1372200052" sldId="2563"/>
            <ac:spMk id="9" creationId="{72EB77D9-93E1-4297-74D5-EA32B99A9970}"/>
          </ac:spMkLst>
        </pc:spChg>
        <pc:picChg chg="del">
          <ac:chgData name="Woo, Sabrina" userId="S::sywc2v@umsystem.edu::40009996-5239-4603-8102-201437aae515" providerId="AD" clId="Web-{7AF5E761-F2D2-A338-694F-796674C40035}" dt="2025-12-19T06:27:25.105" v="3"/>
          <ac:picMkLst>
            <pc:docMk/>
            <pc:sldMk cId="1372200052" sldId="2563"/>
            <ac:picMk id="4" creationId="{90074277-1477-4C2A-9649-B624A15A622A}"/>
          </ac:picMkLst>
        </pc:picChg>
      </pc:sldChg>
      <pc:sldChg chg="delSp del delAnim">
        <pc:chgData name="Woo, Sabrina" userId="S::sywc2v@umsystem.edu::40009996-5239-4603-8102-201437aae515" providerId="AD" clId="Web-{7AF5E761-F2D2-A338-694F-796674C40035}" dt="2025-12-19T06:27:48.856" v="12"/>
        <pc:sldMkLst>
          <pc:docMk/>
          <pc:sldMk cId="543071705" sldId="2564"/>
        </pc:sldMkLst>
        <pc:spChg chg="del">
          <ac:chgData name="Woo, Sabrina" userId="S::sywc2v@umsystem.edu::40009996-5239-4603-8102-201437aae515" providerId="AD" clId="Web-{7AF5E761-F2D2-A338-694F-796674C40035}" dt="2025-12-19T06:27:38.761" v="7"/>
          <ac:spMkLst>
            <pc:docMk/>
            <pc:sldMk cId="543071705" sldId="2564"/>
            <ac:spMk id="5" creationId="{F6EB0A11-C6D3-4977-AA34-DFA1E1C64DE3}"/>
          </ac:spMkLst>
        </pc:spChg>
      </pc:sldChg>
      <pc:sldChg chg="del">
        <pc:chgData name="Woo, Sabrina" userId="S::sywc2v@umsystem.edu::40009996-5239-4603-8102-201437aae515" providerId="AD" clId="Web-{7AF5E761-F2D2-A338-694F-796674C40035}" dt="2025-12-19T06:27:50.012" v="13"/>
        <pc:sldMkLst>
          <pc:docMk/>
          <pc:sldMk cId="3919764783" sldId="2565"/>
        </pc:sldMkLst>
      </pc:sldChg>
      <pc:sldChg chg="addSp delSp modSp add del mod ord modTransition delAnim chgLayout">
        <pc:chgData name="Woo, Sabrina" userId="S::sywc2v@umsystem.edu::40009996-5239-4603-8102-201437aae515" providerId="AD" clId="Web-{7AF5E761-F2D2-A338-694F-796674C40035}" dt="2025-12-19T06:31:16.621" v="103" actId="20577"/>
        <pc:sldMkLst>
          <pc:docMk/>
          <pc:sldMk cId="3439493129" sldId="2566"/>
        </pc:sldMkLst>
        <pc:spChg chg="del">
          <ac:chgData name="Woo, Sabrina" userId="S::sywc2v@umsystem.edu::40009996-5239-4603-8102-201437aae515" providerId="AD" clId="Web-{7AF5E761-F2D2-A338-694F-796674C40035}" dt="2025-12-19T06:27:19.668" v="1"/>
          <ac:spMkLst>
            <pc:docMk/>
            <pc:sldMk cId="3439493129" sldId="2566"/>
            <ac:spMk id="2" creationId="{FAA14E9A-62A3-D277-902B-84387D6D7C62}"/>
          </ac:spMkLst>
        </pc:spChg>
        <pc:spChg chg="del">
          <ac:chgData name="Woo, Sabrina" userId="S::sywc2v@umsystem.edu::40009996-5239-4603-8102-201437aae515" providerId="AD" clId="Web-{7AF5E761-F2D2-A338-694F-796674C40035}" dt="2025-12-19T06:27:52.168" v="14"/>
          <ac:spMkLst>
            <pc:docMk/>
            <pc:sldMk cId="3439493129" sldId="2566"/>
            <ac:spMk id="5" creationId="{3E0A5582-B8F6-483F-9D05-6575EDCFB6D3}"/>
          </ac:spMkLst>
        </pc:spChg>
        <pc:spChg chg="add del mod">
          <ac:chgData name="Woo, Sabrina" userId="S::sywc2v@umsystem.edu::40009996-5239-4603-8102-201437aae515" providerId="AD" clId="Web-{7AF5E761-F2D2-A338-694F-796674C40035}" dt="2025-12-19T06:27:20.558" v="2"/>
          <ac:spMkLst>
            <pc:docMk/>
            <pc:sldMk cId="3439493129" sldId="2566"/>
            <ac:spMk id="6" creationId="{F309C4D1-1113-DEEB-C43E-456D1D431DA9}"/>
          </ac:spMkLst>
        </pc:spChg>
        <pc:spChg chg="add del mod">
          <ac:chgData name="Woo, Sabrina" userId="S::sywc2v@umsystem.edu::40009996-5239-4603-8102-201437aae515" providerId="AD" clId="Web-{7AF5E761-F2D2-A338-694F-796674C40035}" dt="2025-12-19T06:28:02.465" v="19"/>
          <ac:spMkLst>
            <pc:docMk/>
            <pc:sldMk cId="3439493129" sldId="2566"/>
            <ac:spMk id="8" creationId="{1C7E66F1-C1F7-A948-C8D9-9A0421729906}"/>
          </ac:spMkLst>
        </pc:spChg>
        <pc:spChg chg="add mod">
          <ac:chgData name="Woo, Sabrina" userId="S::sywc2v@umsystem.edu::40009996-5239-4603-8102-201437aae515" providerId="AD" clId="Web-{7AF5E761-F2D2-A338-694F-796674C40035}" dt="2025-12-19T06:30:37.387" v="79" actId="1076"/>
          <ac:spMkLst>
            <pc:docMk/>
            <pc:sldMk cId="3439493129" sldId="2566"/>
            <ac:spMk id="9" creationId="{3E0A5582-B8F6-483F-9D05-6575EDCFB6D3}"/>
          </ac:spMkLst>
        </pc:spChg>
        <pc:spChg chg="add mod">
          <ac:chgData name="Woo, Sabrina" userId="S::sywc2v@umsystem.edu::40009996-5239-4603-8102-201437aae515" providerId="AD" clId="Web-{7AF5E761-F2D2-A338-694F-796674C40035}" dt="2025-12-19T06:30:39.606" v="80" actId="1076"/>
          <ac:spMkLst>
            <pc:docMk/>
            <pc:sldMk cId="3439493129" sldId="2566"/>
            <ac:spMk id="10" creationId="{C2D81F38-0CAE-4B85-884A-F612CBA036D1}"/>
          </ac:spMkLst>
        </pc:spChg>
        <pc:spChg chg="add del mod ord">
          <ac:chgData name="Woo, Sabrina" userId="S::sywc2v@umsystem.edu::40009996-5239-4603-8102-201437aae515" providerId="AD" clId="Web-{7AF5E761-F2D2-A338-694F-796674C40035}" dt="2025-12-19T06:29:52.512" v="69"/>
          <ac:spMkLst>
            <pc:docMk/>
            <pc:sldMk cId="3439493129" sldId="2566"/>
            <ac:spMk id="11" creationId="{E1A12285-EE80-770F-81A3-A6A9BDD97C63}"/>
          </ac:spMkLst>
        </pc:spChg>
        <pc:spChg chg="add del mod ord">
          <ac:chgData name="Woo, Sabrina" userId="S::sywc2v@umsystem.edu::40009996-5239-4603-8102-201437aae515" providerId="AD" clId="Web-{7AF5E761-F2D2-A338-694F-796674C40035}" dt="2025-12-19T06:29:45.934" v="68"/>
          <ac:spMkLst>
            <pc:docMk/>
            <pc:sldMk cId="3439493129" sldId="2566"/>
            <ac:spMk id="12" creationId="{4F6F1F37-B220-04E1-C0A3-C0ECEF2A9185}"/>
          </ac:spMkLst>
        </pc:spChg>
        <pc:spChg chg="add del">
          <ac:chgData name="Woo, Sabrina" userId="S::sywc2v@umsystem.edu::40009996-5239-4603-8102-201437aae515" providerId="AD" clId="Web-{7AF5E761-F2D2-A338-694F-796674C40035}" dt="2025-12-19T06:30:31.278" v="77"/>
          <ac:spMkLst>
            <pc:docMk/>
            <pc:sldMk cId="3439493129" sldId="2566"/>
            <ac:spMk id="13" creationId="{AE0403A9-CFE2-1905-38B9-474A579BFB29}"/>
          </ac:spMkLst>
        </pc:spChg>
        <pc:spChg chg="add mod">
          <ac:chgData name="Woo, Sabrina" userId="S::sywc2v@umsystem.edu::40009996-5239-4603-8102-201437aae515" providerId="AD" clId="Web-{7AF5E761-F2D2-A338-694F-796674C40035}" dt="2025-12-19T06:31:16.621" v="103" actId="20577"/>
          <ac:spMkLst>
            <pc:docMk/>
            <pc:sldMk cId="3439493129" sldId="2566"/>
            <ac:spMk id="15" creationId="{58EFB823-1D6D-F031-CDDE-7D66BF690E3C}"/>
          </ac:spMkLst>
        </pc:spChg>
        <pc:picChg chg="del">
          <ac:chgData name="Woo, Sabrina" userId="S::sywc2v@umsystem.edu::40009996-5239-4603-8102-201437aae515" providerId="AD" clId="Web-{7AF5E761-F2D2-A338-694F-796674C40035}" dt="2025-12-19T06:27:17.699" v="0"/>
          <ac:picMkLst>
            <pc:docMk/>
            <pc:sldMk cId="3439493129" sldId="2566"/>
            <ac:picMk id="4" creationId="{10985449-9BF5-49EE-9B65-8AF0AFF9FDFE}"/>
          </ac:picMkLst>
        </pc:picChg>
      </pc:sldChg>
      <pc:sldChg chg="delSp modSp new add del mod ord chgLayout">
        <pc:chgData name="Woo, Sabrina" userId="S::sywc2v@umsystem.edu::40009996-5239-4603-8102-201437aae515" providerId="AD" clId="Web-{7AF5E761-F2D2-A338-694F-796674C40035}" dt="2025-12-19T06:30:49.793" v="83"/>
        <pc:sldMkLst>
          <pc:docMk/>
          <pc:sldMk cId="2964269395" sldId="2567"/>
        </pc:sldMkLst>
        <pc:spChg chg="mod ord">
          <ac:chgData name="Woo, Sabrina" userId="S::sywc2v@umsystem.edu::40009996-5239-4603-8102-201437aae515" providerId="AD" clId="Web-{7AF5E761-F2D2-A338-694F-796674C40035}" dt="2025-12-19T06:29:21.762" v="62" actId="20577"/>
          <ac:spMkLst>
            <pc:docMk/>
            <pc:sldMk cId="2964269395" sldId="2567"/>
            <ac:spMk id="2" creationId="{AB2F9178-1A34-0E11-E89D-F1F570251846}"/>
          </ac:spMkLst>
        </pc:spChg>
        <pc:spChg chg="del">
          <ac:chgData name="Woo, Sabrina" userId="S::sywc2v@umsystem.edu::40009996-5239-4603-8102-201437aae515" providerId="AD" clId="Web-{7AF5E761-F2D2-A338-694F-796674C40035}" dt="2025-12-19T06:29:09.621" v="45"/>
          <ac:spMkLst>
            <pc:docMk/>
            <pc:sldMk cId="2964269395" sldId="2567"/>
            <ac:spMk id="3" creationId="{D037628E-441B-FB78-EBFC-31BD877C5376}"/>
          </ac:spMkLst>
        </pc:spChg>
        <pc:spChg chg="mod ord">
          <ac:chgData name="Woo, Sabrina" userId="S::sywc2v@umsystem.edu::40009996-5239-4603-8102-201437aae515" providerId="AD" clId="Web-{7AF5E761-F2D2-A338-694F-796674C40035}" dt="2025-12-19T06:30:18.340" v="74" actId="14100"/>
          <ac:spMkLst>
            <pc:docMk/>
            <pc:sldMk cId="2964269395" sldId="2567"/>
            <ac:spMk id="4" creationId="{A855B356-8AF1-A202-08AE-1A0D892C9799}"/>
          </ac:spMkLst>
        </pc:spChg>
      </pc:sldChg>
      <pc:sldChg chg="delSp modSp del delAnim">
        <pc:chgData name="Woo, Sabrina" userId="S::sywc2v@umsystem.edu::40009996-5239-4603-8102-201437aae515" providerId="AD" clId="Web-{7AF5E761-F2D2-A338-694F-796674C40035}" dt="2025-12-19T06:28:15.028" v="26"/>
        <pc:sldMkLst>
          <pc:docMk/>
          <pc:sldMk cId="3942418843" sldId="2567"/>
        </pc:sldMkLst>
        <pc:spChg chg="del mod">
          <ac:chgData name="Woo, Sabrina" userId="S::sywc2v@umsystem.edu::40009996-5239-4603-8102-201437aae515" providerId="AD" clId="Web-{7AF5E761-F2D2-A338-694F-796674C40035}" dt="2025-12-19T06:28:06.840" v="22"/>
          <ac:spMkLst>
            <pc:docMk/>
            <pc:sldMk cId="3942418843" sldId="2567"/>
            <ac:spMk id="5" creationId="{C2D81F38-0CAE-4B85-884A-F612CBA036D1}"/>
          </ac:spMkLst>
        </pc:spChg>
      </pc:sldChg>
    </pc:docChg>
  </pc:docChgLst>
  <pc:docChgLst>
    <pc:chgData name="Woo, Sabrina" userId="40009996-5239-4603-8102-201437aae515" providerId="ADAL" clId="{792B3990-8915-4CB6-A03B-A4457535F4F2}"/>
    <pc:docChg chg="undo custSel addSld modSld sldOrd modSection">
      <pc:chgData name="Woo, Sabrina" userId="40009996-5239-4603-8102-201437aae515" providerId="ADAL" clId="{792B3990-8915-4CB6-A03B-A4457535F4F2}" dt="2025-12-20T02:57:09.800" v="2208" actId="20577"/>
      <pc:docMkLst>
        <pc:docMk/>
      </pc:docMkLst>
      <pc:sldChg chg="modSp mod">
        <pc:chgData name="Woo, Sabrina" userId="40009996-5239-4603-8102-201437aae515" providerId="ADAL" clId="{792B3990-8915-4CB6-A03B-A4457535F4F2}" dt="2025-12-20T02:56:37.467" v="2200" actId="313"/>
        <pc:sldMkLst>
          <pc:docMk/>
          <pc:sldMk cId="1372200052" sldId="2563"/>
        </pc:sldMkLst>
        <pc:spChg chg="mod">
          <ac:chgData name="Woo, Sabrina" userId="40009996-5239-4603-8102-201437aae515" providerId="ADAL" clId="{792B3990-8915-4CB6-A03B-A4457535F4F2}" dt="2025-12-19T23:15:56.420" v="427" actId="2711"/>
          <ac:spMkLst>
            <pc:docMk/>
            <pc:sldMk cId="1372200052" sldId="2563"/>
            <ac:spMk id="2" creationId="{CEAFC91F-C61C-F3F1-FDB7-C48A30C73989}"/>
          </ac:spMkLst>
        </pc:spChg>
        <pc:spChg chg="mod">
          <ac:chgData name="Woo, Sabrina" userId="40009996-5239-4603-8102-201437aae515" providerId="ADAL" clId="{792B3990-8915-4CB6-A03B-A4457535F4F2}" dt="2025-12-20T02:56:37.467" v="2200" actId="313"/>
          <ac:spMkLst>
            <pc:docMk/>
            <pc:sldMk cId="1372200052" sldId="2563"/>
            <ac:spMk id="5" creationId="{813474B5-6F62-44F1-B0A7-46581AE3CA1E}"/>
          </ac:spMkLst>
        </pc:spChg>
        <pc:spChg chg="mod">
          <ac:chgData name="Woo, Sabrina" userId="40009996-5239-4603-8102-201437aae515" providerId="ADAL" clId="{792B3990-8915-4CB6-A03B-A4457535F4F2}" dt="2025-12-20T02:51:49.630" v="1491" actId="5793"/>
          <ac:spMkLst>
            <pc:docMk/>
            <pc:sldMk cId="1372200052" sldId="2563"/>
            <ac:spMk id="7" creationId="{F6EB0A11-C6D3-4977-AA34-DFA1E1C64DE3}"/>
          </ac:spMkLst>
        </pc:spChg>
      </pc:sldChg>
      <pc:sldChg chg="addSp delSp modSp mod">
        <pc:chgData name="Woo, Sabrina" userId="40009996-5239-4603-8102-201437aae515" providerId="ADAL" clId="{792B3990-8915-4CB6-A03B-A4457535F4F2}" dt="2025-12-20T02:56:23.471" v="2195" actId="20577"/>
        <pc:sldMkLst>
          <pc:docMk/>
          <pc:sldMk cId="3439493129" sldId="2566"/>
        </pc:sldMkLst>
        <pc:spChg chg="add mod">
          <ac:chgData name="Woo, Sabrina" userId="40009996-5239-4603-8102-201437aae515" providerId="ADAL" clId="{792B3990-8915-4CB6-A03B-A4457535F4F2}" dt="2025-12-20T02:56:23.471" v="2195" actId="20577"/>
          <ac:spMkLst>
            <pc:docMk/>
            <pc:sldMk cId="3439493129" sldId="2566"/>
            <ac:spMk id="2" creationId="{DA602D07-9793-8D20-A57C-41A7E7E97F20}"/>
          </ac:spMkLst>
        </pc:spChg>
        <pc:spChg chg="del mod">
          <ac:chgData name="Woo, Sabrina" userId="40009996-5239-4603-8102-201437aae515" providerId="ADAL" clId="{792B3990-8915-4CB6-A03B-A4457535F4F2}" dt="2025-12-19T23:22:59.035" v="617" actId="478"/>
          <ac:spMkLst>
            <pc:docMk/>
            <pc:sldMk cId="3439493129" sldId="2566"/>
            <ac:spMk id="9" creationId="{3E0A5582-B8F6-483F-9D05-6575EDCFB6D3}"/>
          </ac:spMkLst>
        </pc:spChg>
        <pc:spChg chg="mod">
          <ac:chgData name="Woo, Sabrina" userId="40009996-5239-4603-8102-201437aae515" providerId="ADAL" clId="{792B3990-8915-4CB6-A03B-A4457535F4F2}" dt="2025-12-20T02:55:07.949" v="2025" actId="20577"/>
          <ac:spMkLst>
            <pc:docMk/>
            <pc:sldMk cId="3439493129" sldId="2566"/>
            <ac:spMk id="10" creationId="{C2D81F38-0CAE-4B85-884A-F612CBA036D1}"/>
          </ac:spMkLst>
        </pc:spChg>
        <pc:spChg chg="mod">
          <ac:chgData name="Woo, Sabrina" userId="40009996-5239-4603-8102-201437aae515" providerId="ADAL" clId="{792B3990-8915-4CB6-A03B-A4457535F4F2}" dt="2025-12-19T23:16:13.556" v="430" actId="2711"/>
          <ac:spMkLst>
            <pc:docMk/>
            <pc:sldMk cId="3439493129" sldId="2566"/>
            <ac:spMk id="15" creationId="{58EFB823-1D6D-F031-CDDE-7D66BF690E3C}"/>
          </ac:spMkLst>
        </pc:spChg>
      </pc:sldChg>
      <pc:sldChg chg="addSp delSp modSp mod">
        <pc:chgData name="Woo, Sabrina" userId="40009996-5239-4603-8102-201437aae515" providerId="ADAL" clId="{792B3990-8915-4CB6-A03B-A4457535F4F2}" dt="2025-12-20T02:43:05.296" v="745" actId="255"/>
        <pc:sldMkLst>
          <pc:docMk/>
          <pc:sldMk cId="2964269395" sldId="2567"/>
        </pc:sldMkLst>
        <pc:spChg chg="mod">
          <ac:chgData name="Woo, Sabrina" userId="40009996-5239-4603-8102-201437aae515" providerId="ADAL" clId="{792B3990-8915-4CB6-A03B-A4457535F4F2}" dt="2025-12-19T23:19:38.199" v="502" actId="1076"/>
          <ac:spMkLst>
            <pc:docMk/>
            <pc:sldMk cId="2964269395" sldId="2567"/>
            <ac:spMk id="2" creationId="{AB2F9178-1A34-0E11-E89D-F1F570251846}"/>
          </ac:spMkLst>
        </pc:spChg>
        <pc:spChg chg="del">
          <ac:chgData name="Woo, Sabrina" userId="40009996-5239-4603-8102-201437aae515" providerId="ADAL" clId="{792B3990-8915-4CB6-A03B-A4457535F4F2}" dt="2025-12-19T19:06:47.122" v="0" actId="1032"/>
          <ac:spMkLst>
            <pc:docMk/>
            <pc:sldMk cId="2964269395" sldId="2567"/>
            <ac:spMk id="4" creationId="{A855B356-8AF1-A202-08AE-1A0D892C9799}"/>
          </ac:spMkLst>
        </pc:spChg>
        <pc:spChg chg="add mod">
          <ac:chgData name="Woo, Sabrina" userId="40009996-5239-4603-8102-201437aae515" providerId="ADAL" clId="{792B3990-8915-4CB6-A03B-A4457535F4F2}" dt="2025-12-19T23:20:05.274" v="538" actId="1076"/>
          <ac:spMkLst>
            <pc:docMk/>
            <pc:sldMk cId="2964269395" sldId="2567"/>
            <ac:spMk id="5" creationId="{722E7C23-CEA1-7128-BC28-9F248A55A207}"/>
          </ac:spMkLst>
        </pc:spChg>
        <pc:graphicFrameChg chg="add mod modGraphic">
          <ac:chgData name="Woo, Sabrina" userId="40009996-5239-4603-8102-201437aae515" providerId="ADAL" clId="{792B3990-8915-4CB6-A03B-A4457535F4F2}" dt="2025-12-20T02:43:05.296" v="745" actId="255"/>
          <ac:graphicFrameMkLst>
            <pc:docMk/>
            <pc:sldMk cId="2964269395" sldId="2567"/>
            <ac:graphicFrameMk id="3" creationId="{B5477A74-E3D5-B8ED-D7E8-C86612D9ACB9}"/>
          </ac:graphicFrameMkLst>
        </pc:graphicFrameChg>
      </pc:sldChg>
      <pc:sldChg chg="addSp delSp modSp add mod ord modClrScheme chgLayout">
        <pc:chgData name="Woo, Sabrina" userId="40009996-5239-4603-8102-201437aae515" providerId="ADAL" clId="{792B3990-8915-4CB6-A03B-A4457535F4F2}" dt="2025-12-20T02:57:09.800" v="2208" actId="20577"/>
        <pc:sldMkLst>
          <pc:docMk/>
          <pc:sldMk cId="3448761669" sldId="2568"/>
        </pc:sldMkLst>
        <pc:spChg chg="mod ord">
          <ac:chgData name="Woo, Sabrina" userId="40009996-5239-4603-8102-201437aae515" providerId="ADAL" clId="{792B3990-8915-4CB6-A03B-A4457535F4F2}" dt="2025-12-19T23:20:19.355" v="539" actId="255"/>
          <ac:spMkLst>
            <pc:docMk/>
            <pc:sldMk cId="3448761669" sldId="2568"/>
            <ac:spMk id="2" creationId="{1F340F2E-36CC-99C0-E2E1-9647B3917D89}"/>
          </ac:spMkLst>
        </pc:spChg>
        <pc:spChg chg="add del mod">
          <ac:chgData name="Woo, Sabrina" userId="40009996-5239-4603-8102-201437aae515" providerId="ADAL" clId="{792B3990-8915-4CB6-A03B-A4457535F4F2}" dt="2025-12-19T23:06:20.351" v="7" actId="478"/>
          <ac:spMkLst>
            <pc:docMk/>
            <pc:sldMk cId="3448761669" sldId="2568"/>
            <ac:spMk id="5" creationId="{95E0DA2F-1698-D227-3504-91BB1C2F886E}"/>
          </ac:spMkLst>
        </pc:spChg>
        <pc:spChg chg="add mod">
          <ac:chgData name="Woo, Sabrina" userId="40009996-5239-4603-8102-201437aae515" providerId="ADAL" clId="{792B3990-8915-4CB6-A03B-A4457535F4F2}" dt="2025-12-19T23:06:16.722" v="5"/>
          <ac:spMkLst>
            <pc:docMk/>
            <pc:sldMk cId="3448761669" sldId="2568"/>
            <ac:spMk id="6" creationId="{E852D333-1760-B635-D013-A254EE2C8FC1}"/>
          </ac:spMkLst>
        </pc:spChg>
        <pc:spChg chg="add del mod">
          <ac:chgData name="Woo, Sabrina" userId="40009996-5239-4603-8102-201437aae515" providerId="ADAL" clId="{792B3990-8915-4CB6-A03B-A4457535F4F2}" dt="2025-12-19T23:06:55.976" v="13"/>
          <ac:spMkLst>
            <pc:docMk/>
            <pc:sldMk cId="3448761669" sldId="2568"/>
            <ac:spMk id="7" creationId="{58329BF9-5492-CF79-4850-F04257E0E1D5}"/>
          </ac:spMkLst>
        </pc:spChg>
        <pc:spChg chg="add del mod">
          <ac:chgData name="Woo, Sabrina" userId="40009996-5239-4603-8102-201437aae515" providerId="ADAL" clId="{792B3990-8915-4CB6-A03B-A4457535F4F2}" dt="2025-12-19T23:08:14.468" v="90"/>
          <ac:spMkLst>
            <pc:docMk/>
            <pc:sldMk cId="3448761669" sldId="2568"/>
            <ac:spMk id="8" creationId="{2FFB6AD7-7744-666F-330E-6403D98FB778}"/>
          </ac:spMkLst>
        </pc:spChg>
        <pc:spChg chg="add del mod">
          <ac:chgData name="Woo, Sabrina" userId="40009996-5239-4603-8102-201437aae515" providerId="ADAL" clId="{792B3990-8915-4CB6-A03B-A4457535F4F2}" dt="2025-12-19T23:06:58.472" v="14" actId="478"/>
          <ac:spMkLst>
            <pc:docMk/>
            <pc:sldMk cId="3448761669" sldId="2568"/>
            <ac:spMk id="9" creationId="{658CA365-7251-B680-9727-F6DFBBC424C2}"/>
          </ac:spMkLst>
        </pc:spChg>
        <pc:spChg chg="add mod ord">
          <ac:chgData name="Woo, Sabrina" userId="40009996-5239-4603-8102-201437aae515" providerId="ADAL" clId="{792B3990-8915-4CB6-A03B-A4457535F4F2}" dt="2025-12-20T02:57:09.800" v="2208" actId="20577"/>
          <ac:spMkLst>
            <pc:docMk/>
            <pc:sldMk cId="3448761669" sldId="2568"/>
            <ac:spMk id="10" creationId="{DC8BBF93-726A-1551-C485-EE5FCB2022FE}"/>
          </ac:spMkLst>
        </pc:spChg>
        <pc:spChg chg="add mod">
          <ac:chgData name="Woo, Sabrina" userId="40009996-5239-4603-8102-201437aae515" providerId="ADAL" clId="{792B3990-8915-4CB6-A03B-A4457535F4F2}" dt="2025-12-19T23:09:14.166" v="144" actId="1076"/>
          <ac:spMkLst>
            <pc:docMk/>
            <pc:sldMk cId="3448761669" sldId="2568"/>
            <ac:spMk id="11" creationId="{DADF2B8F-BB60-D968-50A0-2981C2B276EF}"/>
          </ac:spMkLst>
        </pc:spChg>
        <pc:spChg chg="add">
          <ac:chgData name="Woo, Sabrina" userId="40009996-5239-4603-8102-201437aae515" providerId="ADAL" clId="{792B3990-8915-4CB6-A03B-A4457535F4F2}" dt="2025-12-19T23:09:15.784" v="145"/>
          <ac:spMkLst>
            <pc:docMk/>
            <pc:sldMk cId="3448761669" sldId="2568"/>
            <ac:spMk id="12" creationId="{C885A4DB-5C26-BFD7-47DF-2F3716BA3758}"/>
          </ac:spMkLst>
        </pc:spChg>
        <pc:graphicFrameChg chg="del">
          <ac:chgData name="Woo, Sabrina" userId="40009996-5239-4603-8102-201437aae515" providerId="ADAL" clId="{792B3990-8915-4CB6-A03B-A4457535F4F2}" dt="2025-12-19T23:05:42.833" v="3" actId="478"/>
          <ac:graphicFrameMkLst>
            <pc:docMk/>
            <pc:sldMk cId="3448761669" sldId="2568"/>
            <ac:graphicFrameMk id="3" creationId="{76F449EE-BD9E-7A6E-4083-B676D4282A88}"/>
          </ac:graphicFrameMkLst>
        </pc:graphicFrame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EFEBDC6-8CB0-4166-A2EB-92FB41B3F859}" type="doc">
      <dgm:prSet loTypeId="urn:microsoft.com/office/officeart/2005/8/layout/bProcess3" loCatId="process" qsTypeId="urn:microsoft.com/office/officeart/2005/8/quickstyle/simple1" qsCatId="simple" csTypeId="urn:microsoft.com/office/officeart/2005/8/colors/accent1_2" csCatId="accent1" phldr="1"/>
      <dgm:spPr/>
      <dgm:t>
        <a:bodyPr/>
        <a:lstStyle/>
        <a:p>
          <a:endParaRPr lang="en-US"/>
        </a:p>
      </dgm:t>
    </dgm:pt>
    <dgm:pt modelId="{61DFD0B5-A362-4C75-A8F8-78AC2C2DA4C0}">
      <dgm:prSet phldrT="[Text]" phldr="0" custT="1"/>
      <dgm:spPr/>
      <dgm:t>
        <a:bodyPr/>
        <a:lstStyle/>
        <a:p>
          <a:r>
            <a:rPr lang="en-US" sz="1800" dirty="0">
              <a:latin typeface="Cambria" panose="02040503050406030204" pitchFamily="18" charset="0"/>
              <a:ea typeface="Cambria" panose="02040503050406030204" pitchFamily="18" charset="0"/>
            </a:rPr>
            <a:t>Data Loading and Cleaning</a:t>
          </a:r>
        </a:p>
        <a:p>
          <a:r>
            <a:rPr lang="en-US" sz="1200" i="1" dirty="0">
              <a:latin typeface="Cambria" panose="02040503050406030204" pitchFamily="18" charset="0"/>
              <a:ea typeface="Cambria" panose="02040503050406030204" pitchFamily="18" charset="0"/>
            </a:rPr>
            <a:t>SpIn 1</a:t>
          </a:r>
        </a:p>
      </dgm:t>
    </dgm:pt>
    <dgm:pt modelId="{164AA757-8902-4532-894E-6C4420EFDDA7}" type="parTrans" cxnId="{46CE48C7-A5E2-4DF7-AFFB-ACE2B4AED8EC}">
      <dgm:prSet/>
      <dgm:spPr/>
      <dgm:t>
        <a:bodyPr/>
        <a:lstStyle/>
        <a:p>
          <a:endParaRPr lang="en-US">
            <a:latin typeface="Cambria" panose="02040503050406030204" pitchFamily="18" charset="0"/>
            <a:ea typeface="Cambria" panose="02040503050406030204" pitchFamily="18" charset="0"/>
          </a:endParaRPr>
        </a:p>
      </dgm:t>
    </dgm:pt>
    <dgm:pt modelId="{45EF29AA-3147-4911-B50C-2AFB094BF552}" type="sibTrans" cxnId="{46CE48C7-A5E2-4DF7-AFFB-ACE2B4AED8EC}">
      <dgm:prSet/>
      <dgm:spPr/>
      <dgm:t>
        <a:bodyPr/>
        <a:lstStyle/>
        <a:p>
          <a:endParaRPr lang="en-US">
            <a:latin typeface="Cambria" panose="02040503050406030204" pitchFamily="18" charset="0"/>
            <a:ea typeface="Cambria" panose="02040503050406030204" pitchFamily="18" charset="0"/>
          </a:endParaRPr>
        </a:p>
      </dgm:t>
    </dgm:pt>
    <dgm:pt modelId="{9309D36C-43EC-484F-BD9C-DF568DE824AB}">
      <dgm:prSet phldrT="[Text]" custT="1"/>
      <dgm:spPr/>
      <dgm:t>
        <a:bodyPr/>
        <a:lstStyle/>
        <a:p>
          <a:pPr>
            <a:buNone/>
          </a:pPr>
          <a:r>
            <a:rPr lang="en-US" sz="1700" dirty="0">
              <a:latin typeface="Cambria" panose="02040503050406030204" pitchFamily="18" charset="0"/>
              <a:ea typeface="Cambria" panose="02040503050406030204" pitchFamily="18" charset="0"/>
            </a:rPr>
            <a:t>Data Carpentry and Feature Engineering</a:t>
          </a:r>
        </a:p>
        <a:p>
          <a:pPr>
            <a:buNone/>
          </a:pPr>
          <a:r>
            <a:rPr lang="en-US" sz="1200" i="1" dirty="0">
              <a:latin typeface="Cambria" panose="02040503050406030204" pitchFamily="18" charset="0"/>
              <a:ea typeface="Cambria" panose="02040503050406030204" pitchFamily="18" charset="0"/>
            </a:rPr>
            <a:t>SpIn 2</a:t>
          </a:r>
          <a:endParaRPr lang="en-US" sz="1200" dirty="0">
            <a:latin typeface="Cambria" panose="02040503050406030204" pitchFamily="18" charset="0"/>
            <a:ea typeface="Cambria" panose="02040503050406030204" pitchFamily="18" charset="0"/>
          </a:endParaRPr>
        </a:p>
      </dgm:t>
    </dgm:pt>
    <dgm:pt modelId="{D3D1CCF6-F48F-48C8-90F0-693C3896FE53}" type="parTrans" cxnId="{00C6869E-4F97-48A7-9E94-ED34C2806B5C}">
      <dgm:prSet/>
      <dgm:spPr/>
      <dgm:t>
        <a:bodyPr/>
        <a:lstStyle/>
        <a:p>
          <a:endParaRPr lang="en-US">
            <a:latin typeface="Cambria" panose="02040503050406030204" pitchFamily="18" charset="0"/>
            <a:ea typeface="Cambria" panose="02040503050406030204" pitchFamily="18" charset="0"/>
          </a:endParaRPr>
        </a:p>
      </dgm:t>
    </dgm:pt>
    <dgm:pt modelId="{EA2D9898-46E0-49B4-9BB9-0015694F8104}" type="sibTrans" cxnId="{00C6869E-4F97-48A7-9E94-ED34C2806B5C}">
      <dgm:prSet/>
      <dgm:spPr/>
      <dgm:t>
        <a:bodyPr/>
        <a:lstStyle/>
        <a:p>
          <a:endParaRPr lang="en-US">
            <a:latin typeface="Cambria" panose="02040503050406030204" pitchFamily="18" charset="0"/>
            <a:ea typeface="Cambria" panose="02040503050406030204" pitchFamily="18" charset="0"/>
          </a:endParaRPr>
        </a:p>
      </dgm:t>
    </dgm:pt>
    <dgm:pt modelId="{FE689F72-41DC-4C98-B9AA-6F4AA4F58430}">
      <dgm:prSet phldrT="[Text]" custT="1"/>
      <dgm:spPr/>
      <dgm:t>
        <a:bodyPr/>
        <a:lstStyle/>
        <a:p>
          <a:pPr marL="0" lvl="0" algn="ctr" defTabSz="755650">
            <a:lnSpc>
              <a:spcPct val="90000"/>
            </a:lnSpc>
            <a:spcBef>
              <a:spcPct val="0"/>
            </a:spcBef>
            <a:spcAft>
              <a:spcPct val="35000"/>
            </a:spcAft>
            <a:buNone/>
          </a:pPr>
          <a:r>
            <a:rPr lang="en-US" sz="1700" kern="1200" dirty="0">
              <a:latin typeface="Cambria" panose="02040503050406030204" pitchFamily="18" charset="0"/>
              <a:ea typeface="Cambria" panose="02040503050406030204" pitchFamily="18" charset="0"/>
            </a:rPr>
            <a:t>Database Setup</a:t>
          </a:r>
        </a:p>
        <a:p>
          <a:pPr marL="0" lvl="0" algn="ctr" defTabSz="755650">
            <a:lnSpc>
              <a:spcPct val="90000"/>
            </a:lnSpc>
            <a:spcBef>
              <a:spcPct val="0"/>
            </a:spcBef>
            <a:spcAft>
              <a:spcPct val="35000"/>
            </a:spcAft>
            <a:buNone/>
          </a:pPr>
          <a:r>
            <a:rPr lang="en-US" sz="1200" i="1" kern="1200" dirty="0">
              <a:solidFill>
                <a:prstClr val="white"/>
              </a:solidFill>
              <a:latin typeface="Cambria" panose="02040503050406030204" pitchFamily="18" charset="0"/>
              <a:ea typeface="Cambria" panose="02040503050406030204" pitchFamily="18" charset="0"/>
              <a:cs typeface="+mn-cs"/>
            </a:rPr>
            <a:t>SpIn 3</a:t>
          </a:r>
        </a:p>
      </dgm:t>
    </dgm:pt>
    <dgm:pt modelId="{00358E78-D75D-43DA-B193-6768308232ED}" type="parTrans" cxnId="{E5282DDF-2238-4EC6-9462-C61539F36A81}">
      <dgm:prSet/>
      <dgm:spPr/>
      <dgm:t>
        <a:bodyPr/>
        <a:lstStyle/>
        <a:p>
          <a:endParaRPr lang="en-US">
            <a:latin typeface="Cambria" panose="02040503050406030204" pitchFamily="18" charset="0"/>
            <a:ea typeface="Cambria" panose="02040503050406030204" pitchFamily="18" charset="0"/>
          </a:endParaRPr>
        </a:p>
      </dgm:t>
    </dgm:pt>
    <dgm:pt modelId="{4C682275-AD16-4B0D-BF90-19AB68B73B99}" type="sibTrans" cxnId="{E5282DDF-2238-4EC6-9462-C61539F36A81}">
      <dgm:prSet/>
      <dgm:spPr/>
      <dgm:t>
        <a:bodyPr/>
        <a:lstStyle/>
        <a:p>
          <a:endParaRPr lang="en-US">
            <a:latin typeface="Cambria" panose="02040503050406030204" pitchFamily="18" charset="0"/>
            <a:ea typeface="Cambria" panose="02040503050406030204" pitchFamily="18" charset="0"/>
          </a:endParaRPr>
        </a:p>
      </dgm:t>
    </dgm:pt>
    <dgm:pt modelId="{7D1AD84E-7168-4F07-A371-97718DCCC48E}">
      <dgm:prSet phldrT="[Text]" phldr="0" custT="1"/>
      <dgm:spPr/>
      <dgm:t>
        <a:bodyPr/>
        <a:lstStyle/>
        <a:p>
          <a:pPr marL="0" lvl="0" algn="ctr" defTabSz="755650">
            <a:lnSpc>
              <a:spcPct val="90000"/>
            </a:lnSpc>
            <a:spcBef>
              <a:spcPct val="0"/>
            </a:spcBef>
            <a:spcAft>
              <a:spcPct val="35000"/>
            </a:spcAft>
            <a:buNone/>
          </a:pPr>
          <a:r>
            <a:rPr lang="en-US" sz="1700" kern="1200" dirty="0">
              <a:latin typeface="Cambria" panose="02040503050406030204" pitchFamily="18" charset="0"/>
              <a:ea typeface="Cambria" panose="02040503050406030204" pitchFamily="18" charset="0"/>
            </a:rPr>
            <a:t>Exploratory Data Analysis</a:t>
          </a:r>
        </a:p>
        <a:p>
          <a:pPr marL="0" lvl="0" algn="ctr" defTabSz="755650">
            <a:lnSpc>
              <a:spcPct val="90000"/>
            </a:lnSpc>
            <a:spcBef>
              <a:spcPct val="0"/>
            </a:spcBef>
            <a:spcAft>
              <a:spcPct val="35000"/>
            </a:spcAft>
            <a:buNone/>
          </a:pPr>
          <a:r>
            <a:rPr lang="en-US" sz="1200" i="1" kern="1200" dirty="0">
              <a:solidFill>
                <a:prstClr val="white"/>
              </a:solidFill>
              <a:latin typeface="Cambria" panose="02040503050406030204" pitchFamily="18" charset="0"/>
              <a:ea typeface="Cambria" panose="02040503050406030204" pitchFamily="18" charset="0"/>
              <a:cs typeface="+mn-cs"/>
            </a:rPr>
            <a:t>SpIn 4</a:t>
          </a:r>
        </a:p>
      </dgm:t>
    </dgm:pt>
    <dgm:pt modelId="{6D790BF4-575B-426F-95C5-23C7A339D2B8}" type="parTrans" cxnId="{DCEF314A-42BD-491C-835C-0AAA7454D9FC}">
      <dgm:prSet/>
      <dgm:spPr/>
      <dgm:t>
        <a:bodyPr/>
        <a:lstStyle/>
        <a:p>
          <a:endParaRPr lang="en-US">
            <a:latin typeface="Cambria" panose="02040503050406030204" pitchFamily="18" charset="0"/>
            <a:ea typeface="Cambria" panose="02040503050406030204" pitchFamily="18" charset="0"/>
          </a:endParaRPr>
        </a:p>
      </dgm:t>
    </dgm:pt>
    <dgm:pt modelId="{7FB67B86-5DDA-4094-90FA-D860B8A80E23}" type="sibTrans" cxnId="{DCEF314A-42BD-491C-835C-0AAA7454D9FC}">
      <dgm:prSet/>
      <dgm:spPr/>
      <dgm:t>
        <a:bodyPr/>
        <a:lstStyle/>
        <a:p>
          <a:endParaRPr lang="en-US">
            <a:latin typeface="Cambria" panose="02040503050406030204" pitchFamily="18" charset="0"/>
            <a:ea typeface="Cambria" panose="02040503050406030204" pitchFamily="18" charset="0"/>
          </a:endParaRPr>
        </a:p>
      </dgm:t>
    </dgm:pt>
    <dgm:pt modelId="{4BF26A92-91D0-4402-89A3-1BB512D27081}">
      <dgm:prSet phldrT="[Text]" phldr="0" custT="1"/>
      <dgm:spPr/>
      <dgm:t>
        <a:bodyPr/>
        <a:lstStyle/>
        <a:p>
          <a:pPr marL="0" lvl="0" algn="ctr" defTabSz="755650">
            <a:lnSpc>
              <a:spcPct val="90000"/>
            </a:lnSpc>
            <a:spcBef>
              <a:spcPct val="0"/>
            </a:spcBef>
            <a:spcAft>
              <a:spcPct val="35000"/>
            </a:spcAft>
            <a:buNone/>
          </a:pPr>
          <a:r>
            <a:rPr lang="en-US" sz="1700" kern="1200" dirty="0">
              <a:latin typeface="Cambria" panose="02040503050406030204" pitchFamily="18" charset="0"/>
              <a:ea typeface="Cambria" panose="02040503050406030204" pitchFamily="18" charset="0"/>
            </a:rPr>
            <a:t>Machine Learning and Feature Selection</a:t>
          </a:r>
        </a:p>
        <a:p>
          <a:pPr marL="0" lvl="0" algn="ctr" defTabSz="755650">
            <a:lnSpc>
              <a:spcPct val="90000"/>
            </a:lnSpc>
            <a:spcBef>
              <a:spcPct val="0"/>
            </a:spcBef>
            <a:spcAft>
              <a:spcPct val="35000"/>
            </a:spcAft>
            <a:buNone/>
          </a:pPr>
          <a:r>
            <a:rPr lang="en-US" sz="1200" i="1" kern="1200" dirty="0">
              <a:solidFill>
                <a:prstClr val="white"/>
              </a:solidFill>
              <a:latin typeface="Cambria" panose="02040503050406030204" pitchFamily="18" charset="0"/>
              <a:ea typeface="Cambria" panose="02040503050406030204" pitchFamily="18" charset="0"/>
              <a:cs typeface="+mn-cs"/>
            </a:rPr>
            <a:t>SpIn 5</a:t>
          </a:r>
        </a:p>
      </dgm:t>
    </dgm:pt>
    <dgm:pt modelId="{0617E276-AC99-4CC1-AB80-87094E978F31}" type="parTrans" cxnId="{DB9ED88D-0A21-4864-A706-05121A9E3BA0}">
      <dgm:prSet/>
      <dgm:spPr/>
      <dgm:t>
        <a:bodyPr/>
        <a:lstStyle/>
        <a:p>
          <a:endParaRPr lang="en-US">
            <a:latin typeface="Cambria" panose="02040503050406030204" pitchFamily="18" charset="0"/>
            <a:ea typeface="Cambria" panose="02040503050406030204" pitchFamily="18" charset="0"/>
          </a:endParaRPr>
        </a:p>
      </dgm:t>
    </dgm:pt>
    <dgm:pt modelId="{85E3BEDD-5EC8-4CD3-B0BE-B6A10CFE2FFA}" type="sibTrans" cxnId="{DB9ED88D-0A21-4864-A706-05121A9E3BA0}">
      <dgm:prSet/>
      <dgm:spPr/>
      <dgm:t>
        <a:bodyPr/>
        <a:lstStyle/>
        <a:p>
          <a:endParaRPr lang="en-US">
            <a:latin typeface="Cambria" panose="02040503050406030204" pitchFamily="18" charset="0"/>
            <a:ea typeface="Cambria" panose="02040503050406030204" pitchFamily="18" charset="0"/>
          </a:endParaRPr>
        </a:p>
      </dgm:t>
    </dgm:pt>
    <dgm:pt modelId="{42AAC297-C284-4C98-9944-D13C452ABFF9}">
      <dgm:prSet phldrT="[Text]" phldr="0" custT="1"/>
      <dgm:spPr/>
      <dgm:t>
        <a:bodyPr/>
        <a:lstStyle/>
        <a:p>
          <a:pPr marL="0" lvl="0" algn="ctr" defTabSz="933450">
            <a:lnSpc>
              <a:spcPct val="90000"/>
            </a:lnSpc>
            <a:spcBef>
              <a:spcPct val="0"/>
            </a:spcBef>
            <a:spcAft>
              <a:spcPct val="35000"/>
            </a:spcAft>
            <a:buNone/>
          </a:pPr>
          <a:r>
            <a:rPr lang="en-US" sz="1700" kern="1200" dirty="0">
              <a:latin typeface="Cambria" panose="02040503050406030204" pitchFamily="18" charset="0"/>
              <a:ea typeface="Cambria" panose="02040503050406030204" pitchFamily="18" charset="0"/>
            </a:rPr>
            <a:t>Final Visuals and Models</a:t>
          </a:r>
          <a:r>
            <a:rPr lang="en-US" sz="2100" kern="1200" dirty="0">
              <a:latin typeface="Cambria" panose="02040503050406030204" pitchFamily="18" charset="0"/>
              <a:ea typeface="Cambria" panose="02040503050406030204" pitchFamily="18" charset="0"/>
            </a:rPr>
            <a:t>*</a:t>
          </a:r>
        </a:p>
        <a:p>
          <a:pPr marL="0" lvl="0" algn="ctr" defTabSz="755650">
            <a:lnSpc>
              <a:spcPct val="90000"/>
            </a:lnSpc>
            <a:spcBef>
              <a:spcPct val="0"/>
            </a:spcBef>
            <a:spcAft>
              <a:spcPct val="35000"/>
            </a:spcAft>
            <a:buNone/>
          </a:pPr>
          <a:r>
            <a:rPr lang="en-US" sz="1200" i="1" kern="1200" dirty="0">
              <a:solidFill>
                <a:prstClr val="white"/>
              </a:solidFill>
              <a:latin typeface="Cambria" panose="02040503050406030204" pitchFamily="18" charset="0"/>
              <a:ea typeface="Cambria" panose="02040503050406030204" pitchFamily="18" charset="0"/>
              <a:cs typeface="+mn-cs"/>
            </a:rPr>
            <a:t>SpIn 6</a:t>
          </a:r>
        </a:p>
      </dgm:t>
    </dgm:pt>
    <dgm:pt modelId="{D3CD8DB6-F75E-420A-8202-2BDEB2F6664F}" type="parTrans" cxnId="{DEA2BD25-606F-47B7-B005-ACAA0754C897}">
      <dgm:prSet/>
      <dgm:spPr/>
      <dgm:t>
        <a:bodyPr/>
        <a:lstStyle/>
        <a:p>
          <a:endParaRPr lang="en-US">
            <a:latin typeface="Cambria" panose="02040503050406030204" pitchFamily="18" charset="0"/>
            <a:ea typeface="Cambria" panose="02040503050406030204" pitchFamily="18" charset="0"/>
          </a:endParaRPr>
        </a:p>
      </dgm:t>
    </dgm:pt>
    <dgm:pt modelId="{755BBA35-4EC8-4BE7-930D-DBDFA229E33C}" type="sibTrans" cxnId="{DEA2BD25-606F-47B7-B005-ACAA0754C897}">
      <dgm:prSet/>
      <dgm:spPr/>
      <dgm:t>
        <a:bodyPr/>
        <a:lstStyle/>
        <a:p>
          <a:endParaRPr lang="en-US">
            <a:latin typeface="Cambria" panose="02040503050406030204" pitchFamily="18" charset="0"/>
            <a:ea typeface="Cambria" panose="02040503050406030204" pitchFamily="18" charset="0"/>
          </a:endParaRPr>
        </a:p>
      </dgm:t>
    </dgm:pt>
    <dgm:pt modelId="{67B76766-4B53-452C-B1F8-C980BC084FF5}" type="pres">
      <dgm:prSet presAssocID="{0EFEBDC6-8CB0-4166-A2EB-92FB41B3F859}" presName="Name0" presStyleCnt="0">
        <dgm:presLayoutVars>
          <dgm:dir/>
          <dgm:resizeHandles val="exact"/>
        </dgm:presLayoutVars>
      </dgm:prSet>
      <dgm:spPr/>
    </dgm:pt>
    <dgm:pt modelId="{63341A6C-2319-4FE0-A08F-D4E69BD15C32}" type="pres">
      <dgm:prSet presAssocID="{61DFD0B5-A362-4C75-A8F8-78AC2C2DA4C0}" presName="node" presStyleLbl="node1" presStyleIdx="0" presStyleCnt="6" custLinFactNeighborX="-266" custLinFactNeighborY="-626">
        <dgm:presLayoutVars>
          <dgm:bulletEnabled val="1"/>
        </dgm:presLayoutVars>
      </dgm:prSet>
      <dgm:spPr/>
    </dgm:pt>
    <dgm:pt modelId="{71F9B375-6079-45BB-9D28-44F495154025}" type="pres">
      <dgm:prSet presAssocID="{45EF29AA-3147-4911-B50C-2AFB094BF552}" presName="sibTrans" presStyleLbl="sibTrans1D1" presStyleIdx="0" presStyleCnt="5"/>
      <dgm:spPr/>
    </dgm:pt>
    <dgm:pt modelId="{AFB9C099-EBE9-499C-A598-CF9999363CE6}" type="pres">
      <dgm:prSet presAssocID="{45EF29AA-3147-4911-B50C-2AFB094BF552}" presName="connectorText" presStyleLbl="sibTrans1D1" presStyleIdx="0" presStyleCnt="5"/>
      <dgm:spPr/>
    </dgm:pt>
    <dgm:pt modelId="{88289FAB-D0CA-41B7-A0FE-AAA909DA3509}" type="pres">
      <dgm:prSet presAssocID="{9309D36C-43EC-484F-BD9C-DF568DE824AB}" presName="node" presStyleLbl="node1" presStyleIdx="1" presStyleCnt="6">
        <dgm:presLayoutVars>
          <dgm:bulletEnabled val="1"/>
        </dgm:presLayoutVars>
      </dgm:prSet>
      <dgm:spPr/>
    </dgm:pt>
    <dgm:pt modelId="{AD92728F-4926-4B43-8FB8-0D9D133EDD75}" type="pres">
      <dgm:prSet presAssocID="{EA2D9898-46E0-49B4-9BB9-0015694F8104}" presName="sibTrans" presStyleLbl="sibTrans1D1" presStyleIdx="1" presStyleCnt="5"/>
      <dgm:spPr/>
    </dgm:pt>
    <dgm:pt modelId="{BA837D32-4E54-4FA5-9BA1-F8E5B6F6A8B7}" type="pres">
      <dgm:prSet presAssocID="{EA2D9898-46E0-49B4-9BB9-0015694F8104}" presName="connectorText" presStyleLbl="sibTrans1D1" presStyleIdx="1" presStyleCnt="5"/>
      <dgm:spPr/>
    </dgm:pt>
    <dgm:pt modelId="{47252B55-842A-4AD9-A62A-63C90256A4D0}" type="pres">
      <dgm:prSet presAssocID="{FE689F72-41DC-4C98-B9AA-6F4AA4F58430}" presName="node" presStyleLbl="node1" presStyleIdx="2" presStyleCnt="6">
        <dgm:presLayoutVars>
          <dgm:bulletEnabled val="1"/>
        </dgm:presLayoutVars>
      </dgm:prSet>
      <dgm:spPr/>
    </dgm:pt>
    <dgm:pt modelId="{0F4C833D-FE41-4A70-8E1B-3FAF24B5C9ED}" type="pres">
      <dgm:prSet presAssocID="{4C682275-AD16-4B0D-BF90-19AB68B73B99}" presName="sibTrans" presStyleLbl="sibTrans1D1" presStyleIdx="2" presStyleCnt="5"/>
      <dgm:spPr/>
    </dgm:pt>
    <dgm:pt modelId="{8F0FCD30-19D0-4DA4-B37D-0A917C2ABE53}" type="pres">
      <dgm:prSet presAssocID="{4C682275-AD16-4B0D-BF90-19AB68B73B99}" presName="connectorText" presStyleLbl="sibTrans1D1" presStyleIdx="2" presStyleCnt="5"/>
      <dgm:spPr/>
    </dgm:pt>
    <dgm:pt modelId="{1ECF7B87-A072-4233-A950-D1361D665B37}" type="pres">
      <dgm:prSet presAssocID="{7D1AD84E-7168-4F07-A371-97718DCCC48E}" presName="node" presStyleLbl="node1" presStyleIdx="3" presStyleCnt="6">
        <dgm:presLayoutVars>
          <dgm:bulletEnabled val="1"/>
        </dgm:presLayoutVars>
      </dgm:prSet>
      <dgm:spPr/>
    </dgm:pt>
    <dgm:pt modelId="{58B88D52-7CA3-44B3-BA68-DA3B67C07C73}" type="pres">
      <dgm:prSet presAssocID="{7FB67B86-5DDA-4094-90FA-D860B8A80E23}" presName="sibTrans" presStyleLbl="sibTrans1D1" presStyleIdx="3" presStyleCnt="5"/>
      <dgm:spPr/>
    </dgm:pt>
    <dgm:pt modelId="{A7D04A97-AD2F-456F-8A23-9125C030053E}" type="pres">
      <dgm:prSet presAssocID="{7FB67B86-5DDA-4094-90FA-D860B8A80E23}" presName="connectorText" presStyleLbl="sibTrans1D1" presStyleIdx="3" presStyleCnt="5"/>
      <dgm:spPr/>
    </dgm:pt>
    <dgm:pt modelId="{784CB982-37AF-483E-856D-63F40C3E1319}" type="pres">
      <dgm:prSet presAssocID="{4BF26A92-91D0-4402-89A3-1BB512D27081}" presName="node" presStyleLbl="node1" presStyleIdx="4" presStyleCnt="6">
        <dgm:presLayoutVars>
          <dgm:bulletEnabled val="1"/>
        </dgm:presLayoutVars>
      </dgm:prSet>
      <dgm:spPr/>
    </dgm:pt>
    <dgm:pt modelId="{C5DFFA1B-A979-43B1-BF76-B67B998F1E90}" type="pres">
      <dgm:prSet presAssocID="{85E3BEDD-5EC8-4CD3-B0BE-B6A10CFE2FFA}" presName="sibTrans" presStyleLbl="sibTrans1D1" presStyleIdx="4" presStyleCnt="5"/>
      <dgm:spPr/>
    </dgm:pt>
    <dgm:pt modelId="{995AC8D4-5E35-4FF5-A0BB-10650E934727}" type="pres">
      <dgm:prSet presAssocID="{85E3BEDD-5EC8-4CD3-B0BE-B6A10CFE2FFA}" presName="connectorText" presStyleLbl="sibTrans1D1" presStyleIdx="4" presStyleCnt="5"/>
      <dgm:spPr/>
    </dgm:pt>
    <dgm:pt modelId="{89B77D97-4DB8-4AB4-9196-E26EAA63FDC4}" type="pres">
      <dgm:prSet presAssocID="{42AAC297-C284-4C98-9944-D13C452ABFF9}" presName="node" presStyleLbl="node1" presStyleIdx="5" presStyleCnt="6">
        <dgm:presLayoutVars>
          <dgm:bulletEnabled val="1"/>
        </dgm:presLayoutVars>
      </dgm:prSet>
      <dgm:spPr/>
    </dgm:pt>
  </dgm:ptLst>
  <dgm:cxnLst>
    <dgm:cxn modelId="{2A9E9B03-6ADD-447A-93C7-B869DF5AD7CE}" type="presOf" srcId="{85E3BEDD-5EC8-4CD3-B0BE-B6A10CFE2FFA}" destId="{C5DFFA1B-A979-43B1-BF76-B67B998F1E90}" srcOrd="0" destOrd="0" presId="urn:microsoft.com/office/officeart/2005/8/layout/bProcess3"/>
    <dgm:cxn modelId="{AB6B6E0A-74EA-49D0-80BC-90979893EC91}" type="presOf" srcId="{7FB67B86-5DDA-4094-90FA-D860B8A80E23}" destId="{A7D04A97-AD2F-456F-8A23-9125C030053E}" srcOrd="1" destOrd="0" presId="urn:microsoft.com/office/officeart/2005/8/layout/bProcess3"/>
    <dgm:cxn modelId="{68DDAF0D-2FF0-441C-AB11-AB8592757A7C}" type="presOf" srcId="{45EF29AA-3147-4911-B50C-2AFB094BF552}" destId="{AFB9C099-EBE9-499C-A598-CF9999363CE6}" srcOrd="1" destOrd="0" presId="urn:microsoft.com/office/officeart/2005/8/layout/bProcess3"/>
    <dgm:cxn modelId="{5347010F-350B-4F4B-9B41-38DA16467BF1}" type="presOf" srcId="{85E3BEDD-5EC8-4CD3-B0BE-B6A10CFE2FFA}" destId="{995AC8D4-5E35-4FF5-A0BB-10650E934727}" srcOrd="1" destOrd="0" presId="urn:microsoft.com/office/officeart/2005/8/layout/bProcess3"/>
    <dgm:cxn modelId="{6C810312-7C8E-4187-AC07-931AD9D92933}" type="presOf" srcId="{EA2D9898-46E0-49B4-9BB9-0015694F8104}" destId="{AD92728F-4926-4B43-8FB8-0D9D133EDD75}" srcOrd="0" destOrd="0" presId="urn:microsoft.com/office/officeart/2005/8/layout/bProcess3"/>
    <dgm:cxn modelId="{DEA2BD25-606F-47B7-B005-ACAA0754C897}" srcId="{0EFEBDC6-8CB0-4166-A2EB-92FB41B3F859}" destId="{42AAC297-C284-4C98-9944-D13C452ABFF9}" srcOrd="5" destOrd="0" parTransId="{D3CD8DB6-F75E-420A-8202-2BDEB2F6664F}" sibTransId="{755BBA35-4EC8-4BE7-930D-DBDFA229E33C}"/>
    <dgm:cxn modelId="{2B891E2F-6A4A-4952-991A-90A6D533616A}" type="presOf" srcId="{9309D36C-43EC-484F-BD9C-DF568DE824AB}" destId="{88289FAB-D0CA-41B7-A0FE-AAA909DA3509}" srcOrd="0" destOrd="0" presId="urn:microsoft.com/office/officeart/2005/8/layout/bProcess3"/>
    <dgm:cxn modelId="{1D5BCD30-958B-4EE3-BE46-8C9D42F70FF1}" type="presOf" srcId="{61DFD0B5-A362-4C75-A8F8-78AC2C2DA4C0}" destId="{63341A6C-2319-4FE0-A08F-D4E69BD15C32}" srcOrd="0" destOrd="0" presId="urn:microsoft.com/office/officeart/2005/8/layout/bProcess3"/>
    <dgm:cxn modelId="{F5616F35-F543-4F8A-8027-89298F158EC6}" type="presOf" srcId="{0EFEBDC6-8CB0-4166-A2EB-92FB41B3F859}" destId="{67B76766-4B53-452C-B1F8-C980BC084FF5}" srcOrd="0" destOrd="0" presId="urn:microsoft.com/office/officeart/2005/8/layout/bProcess3"/>
    <dgm:cxn modelId="{29C9933B-D709-4134-BE3B-B622162BB931}" type="presOf" srcId="{4C682275-AD16-4B0D-BF90-19AB68B73B99}" destId="{0F4C833D-FE41-4A70-8E1B-3FAF24B5C9ED}" srcOrd="0" destOrd="0" presId="urn:microsoft.com/office/officeart/2005/8/layout/bProcess3"/>
    <dgm:cxn modelId="{6AF19D62-692E-4189-AB07-AD59130ACD44}" type="presOf" srcId="{EA2D9898-46E0-49B4-9BB9-0015694F8104}" destId="{BA837D32-4E54-4FA5-9BA1-F8E5B6F6A8B7}" srcOrd="1" destOrd="0" presId="urn:microsoft.com/office/officeart/2005/8/layout/bProcess3"/>
    <dgm:cxn modelId="{55ACE063-C851-48C7-999F-C6789C62D31E}" type="presOf" srcId="{45EF29AA-3147-4911-B50C-2AFB094BF552}" destId="{71F9B375-6079-45BB-9D28-44F495154025}" srcOrd="0" destOrd="0" presId="urn:microsoft.com/office/officeart/2005/8/layout/bProcess3"/>
    <dgm:cxn modelId="{DCEF314A-42BD-491C-835C-0AAA7454D9FC}" srcId="{0EFEBDC6-8CB0-4166-A2EB-92FB41B3F859}" destId="{7D1AD84E-7168-4F07-A371-97718DCCC48E}" srcOrd="3" destOrd="0" parTransId="{6D790BF4-575B-426F-95C5-23C7A339D2B8}" sibTransId="{7FB67B86-5DDA-4094-90FA-D860B8A80E23}"/>
    <dgm:cxn modelId="{AF3B5C4A-C60F-452C-A51A-5EB2DD55E5F7}" type="presOf" srcId="{42AAC297-C284-4C98-9944-D13C452ABFF9}" destId="{89B77D97-4DB8-4AB4-9196-E26EAA63FDC4}" srcOrd="0" destOrd="0" presId="urn:microsoft.com/office/officeart/2005/8/layout/bProcess3"/>
    <dgm:cxn modelId="{9FB82758-ABBF-494A-A8CF-746ABB944823}" type="presOf" srcId="{7D1AD84E-7168-4F07-A371-97718DCCC48E}" destId="{1ECF7B87-A072-4233-A950-D1361D665B37}" srcOrd="0" destOrd="0" presId="urn:microsoft.com/office/officeart/2005/8/layout/bProcess3"/>
    <dgm:cxn modelId="{A3076586-CBA4-4174-B3C4-7D480802CC5A}" type="presOf" srcId="{FE689F72-41DC-4C98-B9AA-6F4AA4F58430}" destId="{47252B55-842A-4AD9-A62A-63C90256A4D0}" srcOrd="0" destOrd="0" presId="urn:microsoft.com/office/officeart/2005/8/layout/bProcess3"/>
    <dgm:cxn modelId="{DB9ED88D-0A21-4864-A706-05121A9E3BA0}" srcId="{0EFEBDC6-8CB0-4166-A2EB-92FB41B3F859}" destId="{4BF26A92-91D0-4402-89A3-1BB512D27081}" srcOrd="4" destOrd="0" parTransId="{0617E276-AC99-4CC1-AB80-87094E978F31}" sibTransId="{85E3BEDD-5EC8-4CD3-B0BE-B6A10CFE2FFA}"/>
    <dgm:cxn modelId="{5702EF90-6747-4AAB-B80B-F2B22255AFB7}" type="presOf" srcId="{4C682275-AD16-4B0D-BF90-19AB68B73B99}" destId="{8F0FCD30-19D0-4DA4-B37D-0A917C2ABE53}" srcOrd="1" destOrd="0" presId="urn:microsoft.com/office/officeart/2005/8/layout/bProcess3"/>
    <dgm:cxn modelId="{00C6869E-4F97-48A7-9E94-ED34C2806B5C}" srcId="{0EFEBDC6-8CB0-4166-A2EB-92FB41B3F859}" destId="{9309D36C-43EC-484F-BD9C-DF568DE824AB}" srcOrd="1" destOrd="0" parTransId="{D3D1CCF6-F48F-48C8-90F0-693C3896FE53}" sibTransId="{EA2D9898-46E0-49B4-9BB9-0015694F8104}"/>
    <dgm:cxn modelId="{B829CAAA-3DFB-4710-859F-F5FE49B3BFB0}" type="presOf" srcId="{4BF26A92-91D0-4402-89A3-1BB512D27081}" destId="{784CB982-37AF-483E-856D-63F40C3E1319}" srcOrd="0" destOrd="0" presId="urn:microsoft.com/office/officeart/2005/8/layout/bProcess3"/>
    <dgm:cxn modelId="{46CE48C7-A5E2-4DF7-AFFB-ACE2B4AED8EC}" srcId="{0EFEBDC6-8CB0-4166-A2EB-92FB41B3F859}" destId="{61DFD0B5-A362-4C75-A8F8-78AC2C2DA4C0}" srcOrd="0" destOrd="0" parTransId="{164AA757-8902-4532-894E-6C4420EFDDA7}" sibTransId="{45EF29AA-3147-4911-B50C-2AFB094BF552}"/>
    <dgm:cxn modelId="{8C874DCA-E8B7-47D5-8F15-2779EED7C4F7}" type="presOf" srcId="{7FB67B86-5DDA-4094-90FA-D860B8A80E23}" destId="{58B88D52-7CA3-44B3-BA68-DA3B67C07C73}" srcOrd="0" destOrd="0" presId="urn:microsoft.com/office/officeart/2005/8/layout/bProcess3"/>
    <dgm:cxn modelId="{E5282DDF-2238-4EC6-9462-C61539F36A81}" srcId="{0EFEBDC6-8CB0-4166-A2EB-92FB41B3F859}" destId="{FE689F72-41DC-4C98-B9AA-6F4AA4F58430}" srcOrd="2" destOrd="0" parTransId="{00358E78-D75D-43DA-B193-6768308232ED}" sibTransId="{4C682275-AD16-4B0D-BF90-19AB68B73B99}"/>
    <dgm:cxn modelId="{57B1E579-BFAF-4D55-A7AB-022AE34E74C1}" type="presParOf" srcId="{67B76766-4B53-452C-B1F8-C980BC084FF5}" destId="{63341A6C-2319-4FE0-A08F-D4E69BD15C32}" srcOrd="0" destOrd="0" presId="urn:microsoft.com/office/officeart/2005/8/layout/bProcess3"/>
    <dgm:cxn modelId="{D9556180-9FA9-4A34-9835-A4E0F7B7B8D3}" type="presParOf" srcId="{67B76766-4B53-452C-B1F8-C980BC084FF5}" destId="{71F9B375-6079-45BB-9D28-44F495154025}" srcOrd="1" destOrd="0" presId="urn:microsoft.com/office/officeart/2005/8/layout/bProcess3"/>
    <dgm:cxn modelId="{85709383-1E09-4802-ADF4-0989D3F1E97B}" type="presParOf" srcId="{71F9B375-6079-45BB-9D28-44F495154025}" destId="{AFB9C099-EBE9-499C-A598-CF9999363CE6}" srcOrd="0" destOrd="0" presId="urn:microsoft.com/office/officeart/2005/8/layout/bProcess3"/>
    <dgm:cxn modelId="{75399C53-F0A9-49D7-8195-301FB9D8101E}" type="presParOf" srcId="{67B76766-4B53-452C-B1F8-C980BC084FF5}" destId="{88289FAB-D0CA-41B7-A0FE-AAA909DA3509}" srcOrd="2" destOrd="0" presId="urn:microsoft.com/office/officeart/2005/8/layout/bProcess3"/>
    <dgm:cxn modelId="{6C7B7C91-F930-42C5-9E21-0E24CD967267}" type="presParOf" srcId="{67B76766-4B53-452C-B1F8-C980BC084FF5}" destId="{AD92728F-4926-4B43-8FB8-0D9D133EDD75}" srcOrd="3" destOrd="0" presId="urn:microsoft.com/office/officeart/2005/8/layout/bProcess3"/>
    <dgm:cxn modelId="{FE2033AF-CFA6-4C40-8303-FF771D229468}" type="presParOf" srcId="{AD92728F-4926-4B43-8FB8-0D9D133EDD75}" destId="{BA837D32-4E54-4FA5-9BA1-F8E5B6F6A8B7}" srcOrd="0" destOrd="0" presId="urn:microsoft.com/office/officeart/2005/8/layout/bProcess3"/>
    <dgm:cxn modelId="{8F078096-6A8B-4A83-84E4-171A955CEDA9}" type="presParOf" srcId="{67B76766-4B53-452C-B1F8-C980BC084FF5}" destId="{47252B55-842A-4AD9-A62A-63C90256A4D0}" srcOrd="4" destOrd="0" presId="urn:microsoft.com/office/officeart/2005/8/layout/bProcess3"/>
    <dgm:cxn modelId="{28B731EB-59D8-443F-8525-CD22789BB3FD}" type="presParOf" srcId="{67B76766-4B53-452C-B1F8-C980BC084FF5}" destId="{0F4C833D-FE41-4A70-8E1B-3FAF24B5C9ED}" srcOrd="5" destOrd="0" presId="urn:microsoft.com/office/officeart/2005/8/layout/bProcess3"/>
    <dgm:cxn modelId="{D2B85B50-538D-4D9D-95AB-CC960D555769}" type="presParOf" srcId="{0F4C833D-FE41-4A70-8E1B-3FAF24B5C9ED}" destId="{8F0FCD30-19D0-4DA4-B37D-0A917C2ABE53}" srcOrd="0" destOrd="0" presId="urn:microsoft.com/office/officeart/2005/8/layout/bProcess3"/>
    <dgm:cxn modelId="{13561AC1-B40D-4E93-B4CD-921EDF7B10FF}" type="presParOf" srcId="{67B76766-4B53-452C-B1F8-C980BC084FF5}" destId="{1ECF7B87-A072-4233-A950-D1361D665B37}" srcOrd="6" destOrd="0" presId="urn:microsoft.com/office/officeart/2005/8/layout/bProcess3"/>
    <dgm:cxn modelId="{504AE66A-FD0F-4033-98A9-BB0013520F56}" type="presParOf" srcId="{67B76766-4B53-452C-B1F8-C980BC084FF5}" destId="{58B88D52-7CA3-44B3-BA68-DA3B67C07C73}" srcOrd="7" destOrd="0" presId="urn:microsoft.com/office/officeart/2005/8/layout/bProcess3"/>
    <dgm:cxn modelId="{E00F437A-154D-4392-86BF-9A3FC5884496}" type="presParOf" srcId="{58B88D52-7CA3-44B3-BA68-DA3B67C07C73}" destId="{A7D04A97-AD2F-456F-8A23-9125C030053E}" srcOrd="0" destOrd="0" presId="urn:microsoft.com/office/officeart/2005/8/layout/bProcess3"/>
    <dgm:cxn modelId="{ED3ED3CB-B155-4956-BC39-D4431F44FFDA}" type="presParOf" srcId="{67B76766-4B53-452C-B1F8-C980BC084FF5}" destId="{784CB982-37AF-483E-856D-63F40C3E1319}" srcOrd="8" destOrd="0" presId="urn:microsoft.com/office/officeart/2005/8/layout/bProcess3"/>
    <dgm:cxn modelId="{3C1FE317-0433-4D0E-96B8-8CDCEC109111}" type="presParOf" srcId="{67B76766-4B53-452C-B1F8-C980BC084FF5}" destId="{C5DFFA1B-A979-43B1-BF76-B67B998F1E90}" srcOrd="9" destOrd="0" presId="urn:microsoft.com/office/officeart/2005/8/layout/bProcess3"/>
    <dgm:cxn modelId="{E6106B2F-8E3C-48EB-B349-09C7C112A629}" type="presParOf" srcId="{C5DFFA1B-A979-43B1-BF76-B67B998F1E90}" destId="{995AC8D4-5E35-4FF5-A0BB-10650E934727}" srcOrd="0" destOrd="0" presId="urn:microsoft.com/office/officeart/2005/8/layout/bProcess3"/>
    <dgm:cxn modelId="{07AFE6DF-20A4-4F9B-A38B-373092ECF494}" type="presParOf" srcId="{67B76766-4B53-452C-B1F8-C980BC084FF5}" destId="{89B77D97-4DB8-4AB4-9196-E26EAA63FDC4}" srcOrd="10" destOrd="0" presId="urn:microsoft.com/office/officeart/2005/8/layout/bProcess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1F9B375-6079-45BB-9D28-44F495154025}">
      <dsp:nvSpPr>
        <dsp:cNvPr id="0" name=""/>
        <dsp:cNvSpPr/>
      </dsp:nvSpPr>
      <dsp:spPr>
        <a:xfrm>
          <a:off x="2293971" y="1363799"/>
          <a:ext cx="503526" cy="91440"/>
        </a:xfrm>
        <a:custGeom>
          <a:avLst/>
          <a:gdLst/>
          <a:ahLst/>
          <a:cxnLst/>
          <a:rect l="0" t="0" r="0" b="0"/>
          <a:pathLst>
            <a:path>
              <a:moveTo>
                <a:pt x="0" y="45720"/>
              </a:moveTo>
              <a:lnTo>
                <a:pt x="268863" y="45720"/>
              </a:lnTo>
              <a:lnTo>
                <a:pt x="268863" y="54342"/>
              </a:lnTo>
              <a:lnTo>
                <a:pt x="503526" y="54342"/>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latin typeface="Cambria" panose="02040503050406030204" pitchFamily="18" charset="0"/>
            <a:ea typeface="Cambria" panose="02040503050406030204" pitchFamily="18" charset="0"/>
          </a:endParaRPr>
        </a:p>
      </dsp:txBody>
      <dsp:txXfrm>
        <a:off x="2532379" y="1406878"/>
        <a:ext cx="26709" cy="5280"/>
      </dsp:txXfrm>
    </dsp:sp>
    <dsp:sp modelId="{63341A6C-2319-4FE0-A08F-D4E69BD15C32}">
      <dsp:nvSpPr>
        <dsp:cNvPr id="0" name=""/>
        <dsp:cNvSpPr/>
      </dsp:nvSpPr>
      <dsp:spPr>
        <a:xfrm>
          <a:off x="0" y="720787"/>
          <a:ext cx="2295771" cy="137746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Cambria" panose="02040503050406030204" pitchFamily="18" charset="0"/>
              <a:ea typeface="Cambria" panose="02040503050406030204" pitchFamily="18" charset="0"/>
            </a:rPr>
            <a:t>Data Loading and Cleaning</a:t>
          </a:r>
        </a:p>
        <a:p>
          <a:pPr marL="0" lvl="0" indent="0" algn="ctr" defTabSz="800100">
            <a:lnSpc>
              <a:spcPct val="90000"/>
            </a:lnSpc>
            <a:spcBef>
              <a:spcPct val="0"/>
            </a:spcBef>
            <a:spcAft>
              <a:spcPct val="35000"/>
            </a:spcAft>
            <a:buNone/>
          </a:pPr>
          <a:r>
            <a:rPr lang="en-US" sz="1200" i="1" kern="1200" dirty="0">
              <a:latin typeface="Cambria" panose="02040503050406030204" pitchFamily="18" charset="0"/>
              <a:ea typeface="Cambria" panose="02040503050406030204" pitchFamily="18" charset="0"/>
            </a:rPr>
            <a:t>SpIn 1</a:t>
          </a:r>
        </a:p>
      </dsp:txBody>
      <dsp:txXfrm>
        <a:off x="0" y="720787"/>
        <a:ext cx="2295771" cy="1377462"/>
      </dsp:txXfrm>
    </dsp:sp>
    <dsp:sp modelId="{AD92728F-4926-4B43-8FB8-0D9D133EDD75}">
      <dsp:nvSpPr>
        <dsp:cNvPr id="0" name=""/>
        <dsp:cNvSpPr/>
      </dsp:nvSpPr>
      <dsp:spPr>
        <a:xfrm>
          <a:off x="5123868" y="1372421"/>
          <a:ext cx="497427" cy="91440"/>
        </a:xfrm>
        <a:custGeom>
          <a:avLst/>
          <a:gdLst/>
          <a:ahLst/>
          <a:cxnLst/>
          <a:rect l="0" t="0" r="0" b="0"/>
          <a:pathLst>
            <a:path>
              <a:moveTo>
                <a:pt x="0" y="45720"/>
              </a:moveTo>
              <a:lnTo>
                <a:pt x="497427"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latin typeface="Cambria" panose="02040503050406030204" pitchFamily="18" charset="0"/>
            <a:ea typeface="Cambria" panose="02040503050406030204" pitchFamily="18" charset="0"/>
          </a:endParaRPr>
        </a:p>
      </dsp:txBody>
      <dsp:txXfrm>
        <a:off x="5359381" y="1415501"/>
        <a:ext cx="26401" cy="5280"/>
      </dsp:txXfrm>
    </dsp:sp>
    <dsp:sp modelId="{88289FAB-D0CA-41B7-A0FE-AAA909DA3509}">
      <dsp:nvSpPr>
        <dsp:cNvPr id="0" name=""/>
        <dsp:cNvSpPr/>
      </dsp:nvSpPr>
      <dsp:spPr>
        <a:xfrm>
          <a:off x="2829897" y="729410"/>
          <a:ext cx="2295771" cy="137746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120904" rIns="120904" bIns="120904" numCol="1" spcCol="1270" anchor="ctr" anchorCtr="0">
          <a:noAutofit/>
        </a:bodyPr>
        <a:lstStyle/>
        <a:p>
          <a:pPr marL="0" lvl="0" indent="0" algn="ctr" defTabSz="755650">
            <a:lnSpc>
              <a:spcPct val="90000"/>
            </a:lnSpc>
            <a:spcBef>
              <a:spcPct val="0"/>
            </a:spcBef>
            <a:spcAft>
              <a:spcPct val="35000"/>
            </a:spcAft>
            <a:buNone/>
          </a:pPr>
          <a:r>
            <a:rPr lang="en-US" sz="1700" kern="1200" dirty="0">
              <a:latin typeface="Cambria" panose="02040503050406030204" pitchFamily="18" charset="0"/>
              <a:ea typeface="Cambria" panose="02040503050406030204" pitchFamily="18" charset="0"/>
            </a:rPr>
            <a:t>Data Carpentry and Feature Engineering</a:t>
          </a:r>
        </a:p>
        <a:p>
          <a:pPr marL="0" lvl="0" indent="0" algn="ctr" defTabSz="755650">
            <a:lnSpc>
              <a:spcPct val="90000"/>
            </a:lnSpc>
            <a:spcBef>
              <a:spcPct val="0"/>
            </a:spcBef>
            <a:spcAft>
              <a:spcPct val="35000"/>
            </a:spcAft>
            <a:buNone/>
          </a:pPr>
          <a:r>
            <a:rPr lang="en-US" sz="1200" i="1" kern="1200" dirty="0">
              <a:latin typeface="Cambria" panose="02040503050406030204" pitchFamily="18" charset="0"/>
              <a:ea typeface="Cambria" panose="02040503050406030204" pitchFamily="18" charset="0"/>
            </a:rPr>
            <a:t>SpIn 2</a:t>
          </a:r>
          <a:endParaRPr lang="en-US" sz="1200" kern="1200" dirty="0">
            <a:latin typeface="Cambria" panose="02040503050406030204" pitchFamily="18" charset="0"/>
            <a:ea typeface="Cambria" panose="02040503050406030204" pitchFamily="18" charset="0"/>
          </a:endParaRPr>
        </a:p>
      </dsp:txBody>
      <dsp:txXfrm>
        <a:off x="2829897" y="729410"/>
        <a:ext cx="2295771" cy="1377462"/>
      </dsp:txXfrm>
    </dsp:sp>
    <dsp:sp modelId="{0F4C833D-FE41-4A70-8E1B-3FAF24B5C9ED}">
      <dsp:nvSpPr>
        <dsp:cNvPr id="0" name=""/>
        <dsp:cNvSpPr/>
      </dsp:nvSpPr>
      <dsp:spPr>
        <a:xfrm>
          <a:off x="1153984" y="2105073"/>
          <a:ext cx="5647597" cy="497427"/>
        </a:xfrm>
        <a:custGeom>
          <a:avLst/>
          <a:gdLst/>
          <a:ahLst/>
          <a:cxnLst/>
          <a:rect l="0" t="0" r="0" b="0"/>
          <a:pathLst>
            <a:path>
              <a:moveTo>
                <a:pt x="5647597" y="0"/>
              </a:moveTo>
              <a:lnTo>
                <a:pt x="5647597" y="265813"/>
              </a:lnTo>
              <a:lnTo>
                <a:pt x="0" y="265813"/>
              </a:lnTo>
              <a:lnTo>
                <a:pt x="0" y="497427"/>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latin typeface="Cambria" panose="02040503050406030204" pitchFamily="18" charset="0"/>
            <a:ea typeface="Cambria" panose="02040503050406030204" pitchFamily="18" charset="0"/>
          </a:endParaRPr>
        </a:p>
      </dsp:txBody>
      <dsp:txXfrm>
        <a:off x="3835977" y="2351146"/>
        <a:ext cx="283611" cy="5280"/>
      </dsp:txXfrm>
    </dsp:sp>
    <dsp:sp modelId="{47252B55-842A-4AD9-A62A-63C90256A4D0}">
      <dsp:nvSpPr>
        <dsp:cNvPr id="0" name=""/>
        <dsp:cNvSpPr/>
      </dsp:nvSpPr>
      <dsp:spPr>
        <a:xfrm>
          <a:off x="5653696" y="729410"/>
          <a:ext cx="2295771" cy="137746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120904" rIns="120904" bIns="120904" numCol="1" spcCol="1270" anchor="ctr" anchorCtr="0">
          <a:noAutofit/>
        </a:bodyPr>
        <a:lstStyle/>
        <a:p>
          <a:pPr marL="0" lvl="0" indent="0" algn="ctr" defTabSz="755650">
            <a:lnSpc>
              <a:spcPct val="90000"/>
            </a:lnSpc>
            <a:spcBef>
              <a:spcPct val="0"/>
            </a:spcBef>
            <a:spcAft>
              <a:spcPct val="35000"/>
            </a:spcAft>
            <a:buNone/>
          </a:pPr>
          <a:r>
            <a:rPr lang="en-US" sz="1700" kern="1200" dirty="0">
              <a:latin typeface="Cambria" panose="02040503050406030204" pitchFamily="18" charset="0"/>
              <a:ea typeface="Cambria" panose="02040503050406030204" pitchFamily="18" charset="0"/>
            </a:rPr>
            <a:t>Database Setup</a:t>
          </a:r>
        </a:p>
        <a:p>
          <a:pPr marL="0" lvl="0" indent="0" algn="ctr" defTabSz="755650">
            <a:lnSpc>
              <a:spcPct val="90000"/>
            </a:lnSpc>
            <a:spcBef>
              <a:spcPct val="0"/>
            </a:spcBef>
            <a:spcAft>
              <a:spcPct val="35000"/>
            </a:spcAft>
            <a:buNone/>
          </a:pPr>
          <a:r>
            <a:rPr lang="en-US" sz="1200" i="1" kern="1200" dirty="0">
              <a:solidFill>
                <a:prstClr val="white"/>
              </a:solidFill>
              <a:latin typeface="Cambria" panose="02040503050406030204" pitchFamily="18" charset="0"/>
              <a:ea typeface="Cambria" panose="02040503050406030204" pitchFamily="18" charset="0"/>
              <a:cs typeface="+mn-cs"/>
            </a:rPr>
            <a:t>SpIn 3</a:t>
          </a:r>
        </a:p>
      </dsp:txBody>
      <dsp:txXfrm>
        <a:off x="5653696" y="729410"/>
        <a:ext cx="2295771" cy="1377462"/>
      </dsp:txXfrm>
    </dsp:sp>
    <dsp:sp modelId="{58B88D52-7CA3-44B3-BA68-DA3B67C07C73}">
      <dsp:nvSpPr>
        <dsp:cNvPr id="0" name=""/>
        <dsp:cNvSpPr/>
      </dsp:nvSpPr>
      <dsp:spPr>
        <a:xfrm>
          <a:off x="2300069" y="3277912"/>
          <a:ext cx="497427" cy="91440"/>
        </a:xfrm>
        <a:custGeom>
          <a:avLst/>
          <a:gdLst/>
          <a:ahLst/>
          <a:cxnLst/>
          <a:rect l="0" t="0" r="0" b="0"/>
          <a:pathLst>
            <a:path>
              <a:moveTo>
                <a:pt x="0" y="45720"/>
              </a:moveTo>
              <a:lnTo>
                <a:pt x="497427"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latin typeface="Cambria" panose="02040503050406030204" pitchFamily="18" charset="0"/>
            <a:ea typeface="Cambria" panose="02040503050406030204" pitchFamily="18" charset="0"/>
          </a:endParaRPr>
        </a:p>
      </dsp:txBody>
      <dsp:txXfrm>
        <a:off x="2535583" y="3320991"/>
        <a:ext cx="26401" cy="5280"/>
      </dsp:txXfrm>
    </dsp:sp>
    <dsp:sp modelId="{1ECF7B87-A072-4233-A950-D1361D665B37}">
      <dsp:nvSpPr>
        <dsp:cNvPr id="0" name=""/>
        <dsp:cNvSpPr/>
      </dsp:nvSpPr>
      <dsp:spPr>
        <a:xfrm>
          <a:off x="6098" y="2634900"/>
          <a:ext cx="2295771" cy="137746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120904" rIns="120904" bIns="120904" numCol="1" spcCol="1270" anchor="ctr" anchorCtr="0">
          <a:noAutofit/>
        </a:bodyPr>
        <a:lstStyle/>
        <a:p>
          <a:pPr marL="0" lvl="0" indent="0" algn="ctr" defTabSz="755650">
            <a:lnSpc>
              <a:spcPct val="90000"/>
            </a:lnSpc>
            <a:spcBef>
              <a:spcPct val="0"/>
            </a:spcBef>
            <a:spcAft>
              <a:spcPct val="35000"/>
            </a:spcAft>
            <a:buNone/>
          </a:pPr>
          <a:r>
            <a:rPr lang="en-US" sz="1700" kern="1200" dirty="0">
              <a:latin typeface="Cambria" panose="02040503050406030204" pitchFamily="18" charset="0"/>
              <a:ea typeface="Cambria" panose="02040503050406030204" pitchFamily="18" charset="0"/>
            </a:rPr>
            <a:t>Exploratory Data Analysis</a:t>
          </a:r>
        </a:p>
        <a:p>
          <a:pPr marL="0" lvl="0" indent="0" algn="ctr" defTabSz="755650">
            <a:lnSpc>
              <a:spcPct val="90000"/>
            </a:lnSpc>
            <a:spcBef>
              <a:spcPct val="0"/>
            </a:spcBef>
            <a:spcAft>
              <a:spcPct val="35000"/>
            </a:spcAft>
            <a:buNone/>
          </a:pPr>
          <a:r>
            <a:rPr lang="en-US" sz="1200" i="1" kern="1200" dirty="0">
              <a:solidFill>
                <a:prstClr val="white"/>
              </a:solidFill>
              <a:latin typeface="Cambria" panose="02040503050406030204" pitchFamily="18" charset="0"/>
              <a:ea typeface="Cambria" panose="02040503050406030204" pitchFamily="18" charset="0"/>
              <a:cs typeface="+mn-cs"/>
            </a:rPr>
            <a:t>SpIn 4</a:t>
          </a:r>
        </a:p>
      </dsp:txBody>
      <dsp:txXfrm>
        <a:off x="6098" y="2634900"/>
        <a:ext cx="2295771" cy="1377462"/>
      </dsp:txXfrm>
    </dsp:sp>
    <dsp:sp modelId="{C5DFFA1B-A979-43B1-BF76-B67B998F1E90}">
      <dsp:nvSpPr>
        <dsp:cNvPr id="0" name=""/>
        <dsp:cNvSpPr/>
      </dsp:nvSpPr>
      <dsp:spPr>
        <a:xfrm>
          <a:off x="5123868" y="3277912"/>
          <a:ext cx="497427" cy="91440"/>
        </a:xfrm>
        <a:custGeom>
          <a:avLst/>
          <a:gdLst/>
          <a:ahLst/>
          <a:cxnLst/>
          <a:rect l="0" t="0" r="0" b="0"/>
          <a:pathLst>
            <a:path>
              <a:moveTo>
                <a:pt x="0" y="45720"/>
              </a:moveTo>
              <a:lnTo>
                <a:pt x="497427"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latin typeface="Cambria" panose="02040503050406030204" pitchFamily="18" charset="0"/>
            <a:ea typeface="Cambria" panose="02040503050406030204" pitchFamily="18" charset="0"/>
          </a:endParaRPr>
        </a:p>
      </dsp:txBody>
      <dsp:txXfrm>
        <a:off x="5359381" y="3320991"/>
        <a:ext cx="26401" cy="5280"/>
      </dsp:txXfrm>
    </dsp:sp>
    <dsp:sp modelId="{784CB982-37AF-483E-856D-63F40C3E1319}">
      <dsp:nvSpPr>
        <dsp:cNvPr id="0" name=""/>
        <dsp:cNvSpPr/>
      </dsp:nvSpPr>
      <dsp:spPr>
        <a:xfrm>
          <a:off x="2829897" y="2634900"/>
          <a:ext cx="2295771" cy="137746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120904" rIns="120904" bIns="120904" numCol="1" spcCol="1270" anchor="ctr" anchorCtr="0">
          <a:noAutofit/>
        </a:bodyPr>
        <a:lstStyle/>
        <a:p>
          <a:pPr marL="0" lvl="0" indent="0" algn="ctr" defTabSz="755650">
            <a:lnSpc>
              <a:spcPct val="90000"/>
            </a:lnSpc>
            <a:spcBef>
              <a:spcPct val="0"/>
            </a:spcBef>
            <a:spcAft>
              <a:spcPct val="35000"/>
            </a:spcAft>
            <a:buNone/>
          </a:pPr>
          <a:r>
            <a:rPr lang="en-US" sz="1700" kern="1200" dirty="0">
              <a:latin typeface="Cambria" panose="02040503050406030204" pitchFamily="18" charset="0"/>
              <a:ea typeface="Cambria" panose="02040503050406030204" pitchFamily="18" charset="0"/>
            </a:rPr>
            <a:t>Machine Learning and Feature Selection</a:t>
          </a:r>
        </a:p>
        <a:p>
          <a:pPr marL="0" lvl="0" indent="0" algn="ctr" defTabSz="755650">
            <a:lnSpc>
              <a:spcPct val="90000"/>
            </a:lnSpc>
            <a:spcBef>
              <a:spcPct val="0"/>
            </a:spcBef>
            <a:spcAft>
              <a:spcPct val="35000"/>
            </a:spcAft>
            <a:buNone/>
          </a:pPr>
          <a:r>
            <a:rPr lang="en-US" sz="1200" i="1" kern="1200" dirty="0">
              <a:solidFill>
                <a:prstClr val="white"/>
              </a:solidFill>
              <a:latin typeface="Cambria" panose="02040503050406030204" pitchFamily="18" charset="0"/>
              <a:ea typeface="Cambria" panose="02040503050406030204" pitchFamily="18" charset="0"/>
              <a:cs typeface="+mn-cs"/>
            </a:rPr>
            <a:t>SpIn 5</a:t>
          </a:r>
        </a:p>
      </dsp:txBody>
      <dsp:txXfrm>
        <a:off x="2829897" y="2634900"/>
        <a:ext cx="2295771" cy="1377462"/>
      </dsp:txXfrm>
    </dsp:sp>
    <dsp:sp modelId="{89B77D97-4DB8-4AB4-9196-E26EAA63FDC4}">
      <dsp:nvSpPr>
        <dsp:cNvPr id="0" name=""/>
        <dsp:cNvSpPr/>
      </dsp:nvSpPr>
      <dsp:spPr>
        <a:xfrm>
          <a:off x="5653696" y="2634900"/>
          <a:ext cx="2295771" cy="137746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120904" rIns="120904" bIns="120904" numCol="1" spcCol="1270" anchor="ctr" anchorCtr="0">
          <a:noAutofit/>
        </a:bodyPr>
        <a:lstStyle/>
        <a:p>
          <a:pPr marL="0" lvl="0" indent="0" algn="ctr" defTabSz="933450">
            <a:lnSpc>
              <a:spcPct val="90000"/>
            </a:lnSpc>
            <a:spcBef>
              <a:spcPct val="0"/>
            </a:spcBef>
            <a:spcAft>
              <a:spcPct val="35000"/>
            </a:spcAft>
            <a:buNone/>
          </a:pPr>
          <a:r>
            <a:rPr lang="en-US" sz="1700" kern="1200" dirty="0">
              <a:latin typeface="Cambria" panose="02040503050406030204" pitchFamily="18" charset="0"/>
              <a:ea typeface="Cambria" panose="02040503050406030204" pitchFamily="18" charset="0"/>
            </a:rPr>
            <a:t>Final Visuals and Models</a:t>
          </a:r>
          <a:r>
            <a:rPr lang="en-US" sz="2100" kern="1200" dirty="0">
              <a:latin typeface="Cambria" panose="02040503050406030204" pitchFamily="18" charset="0"/>
              <a:ea typeface="Cambria" panose="02040503050406030204" pitchFamily="18" charset="0"/>
            </a:rPr>
            <a:t>*</a:t>
          </a:r>
        </a:p>
        <a:p>
          <a:pPr marL="0" lvl="0" indent="0" algn="ctr" defTabSz="755650">
            <a:lnSpc>
              <a:spcPct val="90000"/>
            </a:lnSpc>
            <a:spcBef>
              <a:spcPct val="0"/>
            </a:spcBef>
            <a:spcAft>
              <a:spcPct val="35000"/>
            </a:spcAft>
            <a:buNone/>
          </a:pPr>
          <a:r>
            <a:rPr lang="en-US" sz="1200" i="1" kern="1200" dirty="0">
              <a:solidFill>
                <a:prstClr val="white"/>
              </a:solidFill>
              <a:latin typeface="Cambria" panose="02040503050406030204" pitchFamily="18" charset="0"/>
              <a:ea typeface="Cambria" panose="02040503050406030204" pitchFamily="18" charset="0"/>
              <a:cs typeface="+mn-cs"/>
            </a:rPr>
            <a:t>SpIn 6</a:t>
          </a:r>
        </a:p>
      </dsp:txBody>
      <dsp:txXfrm>
        <a:off x="5653696" y="2634900"/>
        <a:ext cx="2295771" cy="1377462"/>
      </dsp:txXfrm>
    </dsp:sp>
  </dsp:spTree>
</dsp:drawing>
</file>

<file path=ppt/diagrams/layout1.xml><?xml version="1.0" encoding="utf-8"?>
<dgm:layoutDef xmlns:dgm="http://schemas.openxmlformats.org/drawingml/2006/diagram" xmlns:a="http://schemas.openxmlformats.org/drawingml/2006/main" uniqueId="urn:microsoft.com/office/officeart/2005/8/layout/bProcess3">
  <dgm:title val=""/>
  <dgm:desc val=""/>
  <dgm:catLst>
    <dgm:cat type="process" pri="18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Lst>
        <dgm:ruleLst>
          <dgm:rule type="primFontSz" val="5"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0900C8-4C27-483D-ACD5-C52FCC3DEC76}" type="datetimeFigureOut">
              <a:t>12/19/2025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5BAB0B0-F180-44D9-9376-26EAC90E0C1D}" type="slidenum">
              <a:t>‹#›</a:t>
            </a:fld>
            <a:endParaRPr lang="en-US"/>
          </a:p>
        </p:txBody>
      </p:sp>
    </p:spTree>
    <p:extLst>
      <p:ext uri="{BB962C8B-B14F-4D97-AF65-F5344CB8AC3E}">
        <p14:creationId xmlns:p14="http://schemas.microsoft.com/office/powerpoint/2010/main" val="7960842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
The Data Loading phase is the foundation of the entire workflow, where raw datasets are ingested, cleaned, and prepared for subsequent analysis. This stage involves multiple Jupyter notebooks and scripts that handle different aspects of data acquisition and preprocessing. For instance, `</a:t>
            </a:r>
            <a:r>
              <a:rPr lang="en-US" dirty="0" err="1"/>
              <a:t>medicare_enrollment_clean.ipynb</a:t>
            </a:r>
            <a:r>
              <a:rPr lang="en-US" dirty="0"/>
              <a:t>` focuses on cleaning Medicare Enrollment Monthly Data, ensuring that inconsistencies and missing values are addressed. Similarly, `</a:t>
            </a:r>
            <a:r>
              <a:rPr lang="en-US" dirty="0" err="1"/>
              <a:t>CMS_General_Payments_Data_Dict.json</a:t>
            </a:r>
            <a:r>
              <a:rPr lang="en-US" dirty="0"/>
              <a:t>` provides a structured dictionary for CMS General Payments, which is essential for interpreting and mapping data fields accurately. Ownership data is processed through `</a:t>
            </a:r>
            <a:r>
              <a:rPr lang="en-US" dirty="0" err="1"/>
              <a:t>ownership_payment_clean.ipynb</a:t>
            </a:r>
            <a:r>
              <a:rPr lang="en-US" dirty="0"/>
              <a:t>`, which standardizes and validates ownership-related payment records. Location and poverty indicators are retrieved using the Census API through two separate notebooks: `</a:t>
            </a:r>
            <a:r>
              <a:rPr lang="en-US" dirty="0" err="1"/>
              <a:t>By_ZCTA.ipynb</a:t>
            </a:r>
            <a:r>
              <a:rPr lang="en-US" dirty="0"/>
              <a:t>` for ZIP Code Tabulation Areas and `</a:t>
            </a:r>
            <a:r>
              <a:rPr lang="en-US" dirty="0" err="1"/>
              <a:t>By_County.ipynb</a:t>
            </a:r>
            <a:r>
              <a:rPr lang="en-US" dirty="0"/>
              <a:t>` for county-level data. These indicators enrich the dataset with socio-economic context. Additional notebooks like `Phase_2A_DMEPOS_rfrhpr.ipynb` and `Phase_2A_DMEPOS_rfrr.ipynb` handle specialized Durable Medical Equipment, Prosthetics, Orthotics, and Supplies (DMEPOS) data, while `</a:t>
            </a:r>
            <a:r>
              <a:rPr lang="en-US" dirty="0" err="1"/>
              <a:t>cms_general_payments_clean.ipynb</a:t>
            </a:r>
            <a:r>
              <a:rPr lang="en-US" dirty="0"/>
              <a:t>` and `</a:t>
            </a:r>
            <a:r>
              <a:rPr lang="en-US" dirty="0" err="1"/>
              <a:t>oig_leie_clean.ipynb</a:t>
            </a:r>
            <a:r>
              <a:rPr lang="en-US" dirty="0"/>
              <a:t>` ensure that CMS payment and Office of Inspector General exclusion data are properly cleaned. Together, these steps create a robust, high-quality dataset that serves as the backbone for all subsequent processes.</a:t>
            </a:r>
          </a:p>
        </p:txBody>
      </p:sp>
      <p:sp>
        <p:nvSpPr>
          <p:cNvPr id="4" name="Slide Number Placeholder 3"/>
          <p:cNvSpPr>
            <a:spLocks noGrp="1"/>
          </p:cNvSpPr>
          <p:nvPr>
            <p:ph type="sldNum" sz="quarter" idx="5"/>
          </p:nvPr>
        </p:nvSpPr>
        <p:spPr/>
        <p:txBody>
          <a:bodyPr/>
          <a:lstStyle/>
          <a:p>
            <a:fld id="{CE66AB78-163E-4F4E-9D0B-32A7C69FC59E}" type="slidenum">
              <a:t>2</a:t>
            </a:fld>
            <a:endParaRPr lang="en-US"/>
          </a:p>
        </p:txBody>
      </p:sp>
    </p:spTree>
    <p:extLst>
      <p:ext uri="{BB962C8B-B14F-4D97-AF65-F5344CB8AC3E}">
        <p14:creationId xmlns:p14="http://schemas.microsoft.com/office/powerpoint/2010/main" val="29494038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
The third and fourth stages encompass database setup and exploratory data analysis (EDA), which are essential for organizing data and uncovering initial insights. The database setup phase, represented by `B_TEMP_SETUP_I1.ipynb`, involves creating temporary structures and schemas to store processed data efficiently. This ensures that subsequent queries and analyses can be performed seamlessly. EDA follows as a critical step to understand data distributions, relationships, and anomalies. Notebooks such as `</a:t>
            </a:r>
            <a:r>
              <a:rPr lang="en-US" err="1"/>
              <a:t>cms_general_payments_eda.ipynb</a:t>
            </a:r>
            <a:r>
              <a:rPr lang="en-US"/>
              <a:t>` and `</a:t>
            </a:r>
            <a:r>
              <a:rPr lang="en-US" err="1"/>
              <a:t>oig_leie_eda.ipynb</a:t>
            </a:r>
            <a:r>
              <a:rPr lang="en-US"/>
              <a:t>` provide detailed examinations of CMS payment and exclusion datasets, identifying trends and potential outliers. Additional EDA notebooks like `Provider and </a:t>
            </a:r>
            <a:r>
              <a:rPr lang="en-US" err="1"/>
              <a:t>Supplier.ipynb</a:t>
            </a:r>
            <a:r>
              <a:rPr lang="en-US"/>
              <a:t>`, `</a:t>
            </a:r>
            <a:r>
              <a:rPr lang="en-US" err="1"/>
              <a:t>rfrhpr_eda.ipynb</a:t>
            </a:r>
            <a:r>
              <a:rPr lang="en-US"/>
              <a:t>`, and `</a:t>
            </a:r>
            <a:r>
              <a:rPr lang="en-US" err="1"/>
              <a:t>rfrr_eda.ipynb</a:t>
            </a:r>
            <a:r>
              <a:rPr lang="en-US"/>
              <a:t>` delve into provider-supplier dynamics and referral patterns. Time-based analyses are conducted through `Time </a:t>
            </a:r>
            <a:r>
              <a:rPr lang="en-US" err="1"/>
              <a:t>Series.ipynb</a:t>
            </a:r>
            <a:r>
              <a:rPr lang="en-US"/>
              <a:t>`, which explores temporal trends in payments and service utilization. Specialized notebooks such as `DMEPOS-</a:t>
            </a:r>
            <a:r>
              <a:rPr lang="en-US" err="1"/>
              <a:t>by_supplier_EDA.ipynb</a:t>
            </a:r>
            <a:r>
              <a:rPr lang="en-US"/>
              <a:t>` and `DMEPOS-by_supplier___</a:t>
            </a:r>
            <a:r>
              <a:rPr lang="en-US" err="1"/>
              <a:t>service_EDA.ipynb</a:t>
            </a:r>
            <a:r>
              <a:rPr lang="en-US"/>
              <a:t>` focus on supplier-level and service-level variations, offering granular insights into operational behaviors. This stage equips analysts with a comprehensive understanding of the dataset, guiding feature selection and model development.</a:t>
            </a:r>
          </a:p>
        </p:txBody>
      </p:sp>
      <p:sp>
        <p:nvSpPr>
          <p:cNvPr id="4" name="Slide Number Placeholder 3"/>
          <p:cNvSpPr>
            <a:spLocks noGrp="1"/>
          </p:cNvSpPr>
          <p:nvPr>
            <p:ph type="sldNum" sz="quarter" idx="5"/>
          </p:nvPr>
        </p:nvSpPr>
        <p:spPr/>
        <p:txBody>
          <a:bodyPr/>
          <a:lstStyle/>
          <a:p>
            <a:fld id="{CE66AB78-163E-4F4E-9D0B-32A7C69FC59E}" type="slidenum">
              <a:t>3</a:t>
            </a:fld>
            <a:endParaRPr lang="en-US"/>
          </a:p>
        </p:txBody>
      </p:sp>
    </p:spTree>
    <p:extLst>
      <p:ext uri="{BB962C8B-B14F-4D97-AF65-F5344CB8AC3E}">
        <p14:creationId xmlns:p14="http://schemas.microsoft.com/office/powerpoint/2010/main" val="116671466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82880" y="5176159"/>
            <a:ext cx="11640312" cy="845493"/>
          </a:xfrm>
        </p:spPr>
        <p:txBody>
          <a:bodyPr vert="horz" lIns="91440" tIns="45720" rIns="91440" bIns="45720" rtlCol="0" anchor="b">
            <a:normAutofit/>
          </a:bodyPr>
          <a:lstStyle>
            <a:lvl1pPr>
              <a:defRPr lang="en-US" sz="4400" dirty="0">
                <a:solidFill>
                  <a:schemeClr val="tx2"/>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10313" y="5980176"/>
            <a:ext cx="11612880" cy="530352"/>
          </a:xfrm>
        </p:spPr>
        <p:txBody>
          <a:bodyPr vert="horz" lIns="91440" tIns="45720" rIns="91440" bIns="45720" rtlCol="0">
            <a:normAutofit/>
          </a:bodyPr>
          <a:lstStyle>
            <a:lvl1pPr marL="0" indent="0">
              <a:buNone/>
              <a:defRPr lang="en-US" sz="1600" dirty="0">
                <a:solidFill>
                  <a:schemeClr val="tx2"/>
                </a:solidFill>
              </a:defRPr>
            </a:lvl1pPr>
          </a:lstStyle>
          <a:p>
            <a:pPr lvl="0"/>
            <a:r>
              <a:rPr lang="en-US"/>
              <a:t>Click to edit Master subtitle style</a:t>
            </a:r>
          </a:p>
        </p:txBody>
      </p:sp>
      <p:sp>
        <p:nvSpPr>
          <p:cNvPr id="10" name="Picture Placeholder 9">
            <a:extLst>
              <a:ext uri="{FF2B5EF4-FFF2-40B4-BE49-F238E27FC236}">
                <a16:creationId xmlns:a16="http://schemas.microsoft.com/office/drawing/2014/main" id="{150AF6FA-7D1D-1351-A76E-43C54D28FD68}"/>
              </a:ext>
            </a:extLst>
          </p:cNvPr>
          <p:cNvSpPr>
            <a:spLocks noGrp="1"/>
          </p:cNvSpPr>
          <p:nvPr>
            <p:ph type="pic" sz="quarter" idx="13" hasCustomPrompt="1"/>
          </p:nvPr>
        </p:nvSpPr>
        <p:spPr>
          <a:xfrm>
            <a:off x="274220" y="266700"/>
            <a:ext cx="11649456" cy="4853814"/>
          </a:xfrm>
          <a:custGeom>
            <a:avLst/>
            <a:gdLst>
              <a:gd name="connsiteX0" fmla="*/ 291520 w 11651080"/>
              <a:gd name="connsiteY0" fmla="*/ 0 h 4853814"/>
              <a:gd name="connsiteX1" fmla="*/ 11359560 w 11651080"/>
              <a:gd name="connsiteY1" fmla="*/ 0 h 4853814"/>
              <a:gd name="connsiteX2" fmla="*/ 11651080 w 11651080"/>
              <a:gd name="connsiteY2" fmla="*/ 291520 h 4853814"/>
              <a:gd name="connsiteX3" fmla="*/ 11651080 w 11651080"/>
              <a:gd name="connsiteY3" fmla="*/ 4562294 h 4853814"/>
              <a:gd name="connsiteX4" fmla="*/ 11359560 w 11651080"/>
              <a:gd name="connsiteY4" fmla="*/ 4853814 h 4853814"/>
              <a:gd name="connsiteX5" fmla="*/ 291520 w 11651080"/>
              <a:gd name="connsiteY5" fmla="*/ 4853814 h 4853814"/>
              <a:gd name="connsiteX6" fmla="*/ 0 w 11651080"/>
              <a:gd name="connsiteY6" fmla="*/ 4562294 h 4853814"/>
              <a:gd name="connsiteX7" fmla="*/ 0 w 11651080"/>
              <a:gd name="connsiteY7" fmla="*/ 291520 h 4853814"/>
              <a:gd name="connsiteX8" fmla="*/ 291520 w 11651080"/>
              <a:gd name="connsiteY8" fmla="*/ 0 h 4853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651080" h="4853814">
                <a:moveTo>
                  <a:pt x="291520" y="0"/>
                </a:moveTo>
                <a:lnTo>
                  <a:pt x="11359560" y="0"/>
                </a:lnTo>
                <a:cubicBezTo>
                  <a:pt x="11520562" y="0"/>
                  <a:pt x="11651080" y="130518"/>
                  <a:pt x="11651080" y="291520"/>
                </a:cubicBezTo>
                <a:lnTo>
                  <a:pt x="11651080" y="4562294"/>
                </a:lnTo>
                <a:cubicBezTo>
                  <a:pt x="11651080" y="4723296"/>
                  <a:pt x="11520562" y="4853814"/>
                  <a:pt x="11359560" y="4853814"/>
                </a:cubicBezTo>
                <a:lnTo>
                  <a:pt x="291520" y="4853814"/>
                </a:lnTo>
                <a:cubicBezTo>
                  <a:pt x="130518" y="4853814"/>
                  <a:pt x="0" y="4723296"/>
                  <a:pt x="0" y="4562294"/>
                </a:cubicBezTo>
                <a:lnTo>
                  <a:pt x="0" y="291520"/>
                </a:lnTo>
                <a:cubicBezTo>
                  <a:pt x="0" y="130518"/>
                  <a:pt x="130518" y="0"/>
                  <a:pt x="291520" y="0"/>
                </a:cubicBez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182880" y="6391657"/>
            <a:ext cx="2805405" cy="330466"/>
          </a:xfrm>
        </p:spPr>
        <p:txBody>
          <a:bodyPr/>
          <a:lstStyle>
            <a:lvl1pPr>
              <a:defRPr>
                <a:solidFill>
                  <a:schemeClr val="tx2"/>
                </a:solidFill>
                <a:effectLst/>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137848" y="6391657"/>
            <a:ext cx="3494314" cy="330466"/>
          </a:xfrm>
        </p:spPr>
        <p:txBody>
          <a:bodyPr/>
          <a:lstStyle>
            <a:lvl1pPr algn="r">
              <a:defRPr>
                <a:solidFill>
                  <a:schemeClr val="tx2"/>
                </a:solidFill>
                <a:effectLst/>
              </a:defRPr>
            </a:lvl1pPr>
          </a:lstStyle>
          <a:p>
            <a:fld id="{9961397C-706D-4EB8-B1E1-D1B680D284C3}" type="datetime1">
              <a:rPr lang="en-US" smtClean="0"/>
              <a:t>12/19/2025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632162" y="6391657"/>
            <a:ext cx="429207" cy="330466"/>
          </a:xfrm>
        </p:spPr>
        <p:txBody>
          <a:bodyPr/>
          <a:lstStyle>
            <a:lvl1pPr>
              <a:defRPr>
                <a:solidFill>
                  <a:schemeClr val="tx2"/>
                </a:solidFill>
                <a:effectLst/>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299914266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201B6F81-747A-40C6-B81B-62F051B20082}" type="datetime1">
              <a:rPr lang="en-US" smtClean="0"/>
              <a:t>12/19/2025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38580862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54206" y="216426"/>
            <a:ext cx="4064673" cy="3934950"/>
          </a:xfrm>
        </p:spPr>
        <p:txBody>
          <a:bodyPr vert="horz" lIns="91440" tIns="45720" rIns="91440" bIns="45720" rtlCol="0" anchor="t">
            <a:normAutofit/>
          </a:bodyPr>
          <a:lstStyle>
            <a:lvl1pPr>
              <a:defRPr lang="en-US" sz="5000" dirty="0">
                <a:solidFill>
                  <a:schemeClr val="tx2"/>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82880" y="4846320"/>
            <a:ext cx="4035999" cy="1380744"/>
          </a:xfrm>
        </p:spPr>
        <p:txBody>
          <a:bodyPr vert="horz" lIns="91440" tIns="45720" rIns="91440" bIns="45720" rtlCol="0" anchor="b">
            <a:normAutofit/>
          </a:bodyPr>
          <a:lstStyle>
            <a:lvl1pPr marL="0" indent="0">
              <a:buNone/>
              <a:defRPr lang="en-US" sz="1600" dirty="0">
                <a:solidFill>
                  <a:schemeClr val="tx2"/>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178705" y="6387737"/>
            <a:ext cx="2140360" cy="338328"/>
          </a:xfrm>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2882481" y="6377824"/>
            <a:ext cx="1384720" cy="338328"/>
          </a:xfrm>
        </p:spPr>
        <p:txBody>
          <a:bodyPr/>
          <a:lstStyle>
            <a:lvl1pPr algn="r">
              <a:defRPr>
                <a:solidFill>
                  <a:schemeClr val="tx2"/>
                </a:solidFill>
                <a:effectLst/>
              </a:defRPr>
            </a:lvl1pPr>
          </a:lstStyle>
          <a:p>
            <a:fld id="{778BA358-D7E7-499C-84B9-AC14A66ED1A6}" type="datetime1">
              <a:rPr lang="en-US" smtClean="0"/>
              <a:t>12/19/2025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4267201" y="6378213"/>
            <a:ext cx="457200" cy="338328"/>
          </a:xfrm>
        </p:spPr>
        <p:txBody>
          <a:bodyPr/>
          <a:lstStyle>
            <a:lvl1pPr>
              <a:defRPr>
                <a:solidFill>
                  <a:schemeClr val="tx2"/>
                </a:solidFill>
              </a:defRPr>
            </a:lvl1pPr>
          </a:lstStyle>
          <a:p>
            <a:fld id="{C8116806-1FD2-4A57-B5EA-7014AB76383B}" type="slidenum">
              <a:rPr lang="en-US" smtClean="0"/>
              <a:t>‹#›</a:t>
            </a:fld>
            <a:endParaRPr lang="en-US"/>
          </a:p>
        </p:txBody>
      </p:sp>
      <p:sp>
        <p:nvSpPr>
          <p:cNvPr id="12" name="Picture Placeholder 11">
            <a:extLst>
              <a:ext uri="{FF2B5EF4-FFF2-40B4-BE49-F238E27FC236}">
                <a16:creationId xmlns:a16="http://schemas.microsoft.com/office/drawing/2014/main" id="{01953364-E558-970A-5425-4AFF617AEAAF}"/>
              </a:ext>
            </a:extLst>
          </p:cNvPr>
          <p:cNvSpPr>
            <a:spLocks noGrp="1"/>
          </p:cNvSpPr>
          <p:nvPr>
            <p:ph type="pic" sz="quarter" idx="13" hasCustomPrompt="1"/>
          </p:nvPr>
        </p:nvSpPr>
        <p:spPr>
          <a:xfrm>
            <a:off x="4914901" y="265176"/>
            <a:ext cx="7010400" cy="6327648"/>
          </a:xfrm>
          <a:custGeom>
            <a:avLst/>
            <a:gdLst>
              <a:gd name="connsiteX0" fmla="*/ 302565 w 7010400"/>
              <a:gd name="connsiteY0" fmla="*/ 0 h 6316602"/>
              <a:gd name="connsiteX1" fmla="*/ 6707835 w 7010400"/>
              <a:gd name="connsiteY1" fmla="*/ 0 h 6316602"/>
              <a:gd name="connsiteX2" fmla="*/ 7010400 w 7010400"/>
              <a:gd name="connsiteY2" fmla="*/ 302565 h 6316602"/>
              <a:gd name="connsiteX3" fmla="*/ 7010400 w 7010400"/>
              <a:gd name="connsiteY3" fmla="*/ 6014037 h 6316602"/>
              <a:gd name="connsiteX4" fmla="*/ 6707835 w 7010400"/>
              <a:gd name="connsiteY4" fmla="*/ 6316602 h 6316602"/>
              <a:gd name="connsiteX5" fmla="*/ 302565 w 7010400"/>
              <a:gd name="connsiteY5" fmla="*/ 6316602 h 6316602"/>
              <a:gd name="connsiteX6" fmla="*/ 0 w 7010400"/>
              <a:gd name="connsiteY6" fmla="*/ 6014037 h 6316602"/>
              <a:gd name="connsiteX7" fmla="*/ 0 w 7010400"/>
              <a:gd name="connsiteY7" fmla="*/ 302565 h 6316602"/>
              <a:gd name="connsiteX8" fmla="*/ 302565 w 7010400"/>
              <a:gd name="connsiteY8" fmla="*/ 0 h 63166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010400" h="6316602">
                <a:moveTo>
                  <a:pt x="302565" y="0"/>
                </a:moveTo>
                <a:lnTo>
                  <a:pt x="6707835" y="0"/>
                </a:lnTo>
                <a:cubicBezTo>
                  <a:pt x="6874937" y="0"/>
                  <a:pt x="7010400" y="135463"/>
                  <a:pt x="7010400" y="302565"/>
                </a:cubicBezTo>
                <a:lnTo>
                  <a:pt x="7010400" y="6014037"/>
                </a:lnTo>
                <a:cubicBezTo>
                  <a:pt x="7010400" y="6181139"/>
                  <a:pt x="6874937" y="6316602"/>
                  <a:pt x="6707835" y="6316602"/>
                </a:cubicBezTo>
                <a:lnTo>
                  <a:pt x="302565" y="6316602"/>
                </a:lnTo>
                <a:cubicBezTo>
                  <a:pt x="135463" y="6316602"/>
                  <a:pt x="0" y="6181139"/>
                  <a:pt x="0" y="6014037"/>
                </a:cubicBezTo>
                <a:lnTo>
                  <a:pt x="0" y="302565"/>
                </a:lnTo>
                <a:cubicBezTo>
                  <a:pt x="0" y="135463"/>
                  <a:pt x="135463" y="0"/>
                  <a:pt x="302565" y="0"/>
                </a:cubicBez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3599668258"/>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013116" y="1043184"/>
            <a:ext cx="3459903" cy="2906647"/>
          </a:xfrm>
        </p:spPr>
        <p:txBody>
          <a:bodyPr vert="horz" lIns="91440" tIns="45720" rIns="91440" bIns="45720" rtlCol="0" anchor="t">
            <a:normAutofit/>
          </a:bodyPr>
          <a:lstStyle>
            <a:lvl1pPr>
              <a:defRPr lang="en-US" sz="4300" dirty="0">
                <a:solidFill>
                  <a:schemeClr val="tx2"/>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013117" y="4692866"/>
            <a:ext cx="3361935" cy="1123268"/>
          </a:xfrm>
        </p:spPr>
        <p:txBody>
          <a:bodyPr vert="horz" lIns="91440" tIns="45720" rIns="91440" bIns="45720" rtlCol="0" anchor="b">
            <a:normAutofit/>
          </a:bodyPr>
          <a:lstStyle>
            <a:lvl1pPr marL="0" indent="0">
              <a:buNone/>
              <a:defRPr lang="en-US" sz="1600" dirty="0">
                <a:solidFill>
                  <a:schemeClr val="tx2"/>
                </a:solidFill>
              </a:defRPr>
            </a:lvl1pPr>
          </a:lstStyle>
          <a:p>
            <a:pPr lvl="0"/>
            <a:r>
              <a:rPr lang="en-US"/>
              <a:t>Click to edit Master subtitle style</a:t>
            </a:r>
          </a:p>
        </p:txBody>
      </p:sp>
      <p:sp>
        <p:nvSpPr>
          <p:cNvPr id="14" name="Picture Placeholder 13">
            <a:extLst>
              <a:ext uri="{FF2B5EF4-FFF2-40B4-BE49-F238E27FC236}">
                <a16:creationId xmlns:a16="http://schemas.microsoft.com/office/drawing/2014/main" id="{BE8B118F-C188-2019-1C9E-6A452890CF96}"/>
              </a:ext>
            </a:extLst>
          </p:cNvPr>
          <p:cNvSpPr>
            <a:spLocks noGrp="1"/>
          </p:cNvSpPr>
          <p:nvPr>
            <p:ph type="pic" sz="quarter" idx="13" hasCustomPrompt="1"/>
          </p:nvPr>
        </p:nvSpPr>
        <p:spPr>
          <a:xfrm>
            <a:off x="0" y="0"/>
            <a:ext cx="12192000" cy="6858000"/>
          </a:xfrm>
          <a:custGeom>
            <a:avLst/>
            <a:gdLst>
              <a:gd name="connsiteX0" fmla="*/ 1124624 w 12192000"/>
              <a:gd name="connsiteY0" fmla="*/ 808189 h 6858000"/>
              <a:gd name="connsiteX1" fmla="*/ 811206 w 12192000"/>
              <a:gd name="connsiteY1" fmla="*/ 1121607 h 6858000"/>
              <a:gd name="connsiteX2" fmla="*/ 811206 w 12192000"/>
              <a:gd name="connsiteY2" fmla="*/ 5736392 h 6858000"/>
              <a:gd name="connsiteX3" fmla="*/ 1124624 w 12192000"/>
              <a:gd name="connsiteY3" fmla="*/ 6049810 h 6858000"/>
              <a:gd name="connsiteX4" fmla="*/ 4372882 w 12192000"/>
              <a:gd name="connsiteY4" fmla="*/ 6049810 h 6858000"/>
              <a:gd name="connsiteX5" fmla="*/ 4686301 w 12192000"/>
              <a:gd name="connsiteY5" fmla="*/ 5736392 h 6858000"/>
              <a:gd name="connsiteX6" fmla="*/ 4686301 w 12192000"/>
              <a:gd name="connsiteY6" fmla="*/ 1121607 h 6858000"/>
              <a:gd name="connsiteX7" fmla="*/ 4372882 w 12192000"/>
              <a:gd name="connsiteY7" fmla="*/ 808189 h 6858000"/>
              <a:gd name="connsiteX8" fmla="*/ 0 w 12192000"/>
              <a:gd name="connsiteY8" fmla="*/ 0 h 6858000"/>
              <a:gd name="connsiteX9" fmla="*/ 12192000 w 12192000"/>
              <a:gd name="connsiteY9" fmla="*/ 0 h 6858000"/>
              <a:gd name="connsiteX10" fmla="*/ 12192000 w 12192000"/>
              <a:gd name="connsiteY10" fmla="*/ 6858000 h 6858000"/>
              <a:gd name="connsiteX11" fmla="*/ 0 w 1219200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58000">
                <a:moveTo>
                  <a:pt x="1124624" y="808189"/>
                </a:moveTo>
                <a:cubicBezTo>
                  <a:pt x="951528" y="808189"/>
                  <a:pt x="811206" y="948511"/>
                  <a:pt x="811206" y="1121607"/>
                </a:cubicBezTo>
                <a:lnTo>
                  <a:pt x="811206" y="5736392"/>
                </a:lnTo>
                <a:cubicBezTo>
                  <a:pt x="811206" y="5909488"/>
                  <a:pt x="951528" y="6049810"/>
                  <a:pt x="1124624" y="6049810"/>
                </a:cubicBezTo>
                <a:lnTo>
                  <a:pt x="4372882" y="6049810"/>
                </a:lnTo>
                <a:cubicBezTo>
                  <a:pt x="4545978" y="6049810"/>
                  <a:pt x="4686301" y="5909488"/>
                  <a:pt x="4686301" y="5736392"/>
                </a:cubicBezTo>
                <a:lnTo>
                  <a:pt x="4686301" y="1121607"/>
                </a:lnTo>
                <a:cubicBezTo>
                  <a:pt x="4686301" y="948511"/>
                  <a:pt x="4545978" y="808189"/>
                  <a:pt x="4372882" y="808189"/>
                </a:cubicBezTo>
                <a:close/>
                <a:moveTo>
                  <a:pt x="0" y="0"/>
                </a:moveTo>
                <a:lnTo>
                  <a:pt x="12192000" y="0"/>
                </a:lnTo>
                <a:lnTo>
                  <a:pt x="12192000" y="6858000"/>
                </a:lnTo>
                <a:lnTo>
                  <a:pt x="0" y="6858000"/>
                </a:lnTo>
                <a:close/>
              </a:path>
            </a:pathLst>
          </a:custGeom>
          <a:blipFill>
            <a:blip r:embed="rId2">
              <a:alphaModFix amt="60000"/>
            </a:blip>
            <a:stretch>
              <a:fillRect/>
            </a:stretch>
          </a:blipFill>
        </p:spPr>
        <p:txBody>
          <a:bodyPr wrap="square">
            <a:noAutofit/>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833223" y="6387737"/>
            <a:ext cx="2140360" cy="338328"/>
          </a:xfrm>
        </p:spPr>
        <p:txBody>
          <a:bodyPr/>
          <a:lstStyle>
            <a:lvl1pPr>
              <a:defRPr>
                <a:solidFill>
                  <a:schemeClr val="tx2"/>
                </a:solidFill>
                <a:effectLst>
                  <a:outerShdw blurRad="38100" dist="38100" dir="2700000" algn="tl">
                    <a:srgbClr val="000000">
                      <a:alpha val="43137"/>
                    </a:srgbClr>
                  </a:outerShdw>
                </a:effectLst>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2882481" y="6377824"/>
            <a:ext cx="1384720" cy="338328"/>
          </a:xfrm>
        </p:spPr>
        <p:txBody>
          <a:bodyPr/>
          <a:lstStyle>
            <a:lvl1pPr algn="r">
              <a:defRPr>
                <a:solidFill>
                  <a:schemeClr val="tx2"/>
                </a:solidFill>
                <a:effectLst>
                  <a:outerShdw blurRad="38100" dist="38100" dir="2700000" algn="tl">
                    <a:srgbClr val="000000">
                      <a:alpha val="43137"/>
                    </a:srgbClr>
                  </a:outerShdw>
                </a:effectLst>
              </a:defRPr>
            </a:lvl1pPr>
          </a:lstStyle>
          <a:p>
            <a:fld id="{EE918161-410C-495B-9D82-18B01714F0C3}" type="datetime1">
              <a:rPr lang="en-US" smtClean="0"/>
              <a:t>12/19/2025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4267201" y="6378213"/>
            <a:ext cx="457200" cy="338328"/>
          </a:xfrm>
        </p:spPr>
        <p:txBody>
          <a:bodyPr/>
          <a:lstStyle>
            <a:lvl1pPr>
              <a:defRPr>
                <a:solidFill>
                  <a:schemeClr val="tx2"/>
                </a:solidFill>
                <a:effectLst>
                  <a:outerShdw blurRad="38100" dist="38100" dir="2700000" algn="tl">
                    <a:srgbClr val="000000">
                      <a:alpha val="43137"/>
                    </a:srgbClr>
                  </a:outerShdw>
                </a:effectLst>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2635321667"/>
      </p:ext>
    </p:extLst>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with Picture 4">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717480" y="1043185"/>
            <a:ext cx="3459903" cy="2607816"/>
          </a:xfrm>
        </p:spPr>
        <p:txBody>
          <a:bodyPr vert="horz" lIns="91440" tIns="45720" rIns="91440" bIns="45720" rtlCol="0" anchor="t">
            <a:normAutofit/>
          </a:bodyPr>
          <a:lstStyle>
            <a:lvl1pPr>
              <a:defRPr lang="en-US" sz="4300" dirty="0">
                <a:solidFill>
                  <a:schemeClr val="tx2"/>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717481" y="4692866"/>
            <a:ext cx="3459902" cy="1123268"/>
          </a:xfrm>
        </p:spPr>
        <p:txBody>
          <a:bodyPr vert="horz" lIns="91440" tIns="45720" rIns="91440" bIns="45720" rtlCol="0" anchor="b">
            <a:normAutofit/>
          </a:bodyPr>
          <a:lstStyle>
            <a:lvl1pPr marL="0" indent="0">
              <a:buNone/>
              <a:defRPr lang="en-US" sz="1600" dirty="0">
                <a:solidFill>
                  <a:schemeClr val="tx2"/>
                </a:solidFill>
              </a:defRPr>
            </a:lvl1pPr>
          </a:lstStyle>
          <a:p>
            <a:pPr lvl="0"/>
            <a:r>
              <a:rPr lang="en-US"/>
              <a:t>Click to edit Master subtitle style</a:t>
            </a:r>
          </a:p>
        </p:txBody>
      </p:sp>
      <p:sp>
        <p:nvSpPr>
          <p:cNvPr id="10" name="Picture Placeholder 9">
            <a:extLst>
              <a:ext uri="{FF2B5EF4-FFF2-40B4-BE49-F238E27FC236}">
                <a16:creationId xmlns:a16="http://schemas.microsoft.com/office/drawing/2014/main" id="{B93E65DC-EA13-A100-8BB0-C29D33F1646A}"/>
              </a:ext>
            </a:extLst>
          </p:cNvPr>
          <p:cNvSpPr>
            <a:spLocks noGrp="1"/>
          </p:cNvSpPr>
          <p:nvPr>
            <p:ph type="pic" sz="quarter" idx="13" hasCustomPrompt="1"/>
          </p:nvPr>
        </p:nvSpPr>
        <p:spPr>
          <a:xfrm>
            <a:off x="0" y="0"/>
            <a:ext cx="12192000" cy="6858000"/>
          </a:xfrm>
          <a:custGeom>
            <a:avLst/>
            <a:gdLst>
              <a:gd name="connsiteX0" fmla="*/ 7809944 w 12192000"/>
              <a:gd name="connsiteY0" fmla="*/ 820064 h 6858000"/>
              <a:gd name="connsiteX1" fmla="*/ 7496526 w 12192000"/>
              <a:gd name="connsiteY1" fmla="*/ 1133482 h 6858000"/>
              <a:gd name="connsiteX2" fmla="*/ 7496526 w 12192000"/>
              <a:gd name="connsiteY2" fmla="*/ 5748267 h 6858000"/>
              <a:gd name="connsiteX3" fmla="*/ 7809944 w 12192000"/>
              <a:gd name="connsiteY3" fmla="*/ 6061685 h 6858000"/>
              <a:gd name="connsiteX4" fmla="*/ 11058202 w 12192000"/>
              <a:gd name="connsiteY4" fmla="*/ 6061685 h 6858000"/>
              <a:gd name="connsiteX5" fmla="*/ 11371620 w 12192000"/>
              <a:gd name="connsiteY5" fmla="*/ 5748267 h 6858000"/>
              <a:gd name="connsiteX6" fmla="*/ 11371620 w 12192000"/>
              <a:gd name="connsiteY6" fmla="*/ 1133482 h 6858000"/>
              <a:gd name="connsiteX7" fmla="*/ 11058202 w 12192000"/>
              <a:gd name="connsiteY7" fmla="*/ 820064 h 6858000"/>
              <a:gd name="connsiteX8" fmla="*/ 0 w 12192000"/>
              <a:gd name="connsiteY8" fmla="*/ 0 h 6858000"/>
              <a:gd name="connsiteX9" fmla="*/ 12192000 w 12192000"/>
              <a:gd name="connsiteY9" fmla="*/ 0 h 6858000"/>
              <a:gd name="connsiteX10" fmla="*/ 12192000 w 12192000"/>
              <a:gd name="connsiteY10" fmla="*/ 6858000 h 6858000"/>
              <a:gd name="connsiteX11" fmla="*/ 0 w 1219200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58000">
                <a:moveTo>
                  <a:pt x="7809944" y="820064"/>
                </a:moveTo>
                <a:cubicBezTo>
                  <a:pt x="7636848" y="820064"/>
                  <a:pt x="7496526" y="960386"/>
                  <a:pt x="7496526" y="1133482"/>
                </a:cubicBezTo>
                <a:lnTo>
                  <a:pt x="7496526" y="5748267"/>
                </a:lnTo>
                <a:cubicBezTo>
                  <a:pt x="7496526" y="5921363"/>
                  <a:pt x="7636848" y="6061685"/>
                  <a:pt x="7809944" y="6061685"/>
                </a:cubicBezTo>
                <a:lnTo>
                  <a:pt x="11058202" y="6061685"/>
                </a:lnTo>
                <a:cubicBezTo>
                  <a:pt x="11231298" y="6061685"/>
                  <a:pt x="11371620" y="5921363"/>
                  <a:pt x="11371620" y="5748267"/>
                </a:cubicBezTo>
                <a:lnTo>
                  <a:pt x="11371620" y="1133482"/>
                </a:lnTo>
                <a:cubicBezTo>
                  <a:pt x="11371620" y="960386"/>
                  <a:pt x="11231298" y="820064"/>
                  <a:pt x="11058202" y="820064"/>
                </a:cubicBezTo>
                <a:close/>
                <a:moveTo>
                  <a:pt x="0" y="0"/>
                </a:moveTo>
                <a:lnTo>
                  <a:pt x="12192000" y="0"/>
                </a:lnTo>
                <a:lnTo>
                  <a:pt x="12192000" y="6858000"/>
                </a:lnTo>
                <a:lnTo>
                  <a:pt x="0" y="6858000"/>
                </a:lnTo>
                <a:close/>
              </a:path>
            </a:pathLst>
          </a:custGeom>
          <a:blipFill>
            <a:blip r:embed="rId2">
              <a:alphaModFix amt="60000"/>
            </a:blip>
            <a:stretch>
              <a:fillRect/>
            </a:stretch>
          </a:blipFill>
        </p:spPr>
        <p:txBody>
          <a:bodyPr wrap="square">
            <a:noAutofit/>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505700" y="6387737"/>
            <a:ext cx="2140360" cy="338328"/>
          </a:xfrm>
        </p:spPr>
        <p:txBody>
          <a:bodyPr/>
          <a:lstStyle>
            <a:lvl1pPr>
              <a:defRPr>
                <a:solidFill>
                  <a:schemeClr val="tx2"/>
                </a:solidFill>
                <a:effectLst>
                  <a:outerShdw blurRad="38100" dist="38100" dir="2700000" algn="tl">
                    <a:srgbClr val="000000">
                      <a:alpha val="43137"/>
                    </a:srgbClr>
                  </a:outerShdw>
                </a:effectLst>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603089" y="6377824"/>
            <a:ext cx="1384720" cy="338328"/>
          </a:xfrm>
        </p:spPr>
        <p:txBody>
          <a:bodyPr/>
          <a:lstStyle>
            <a:lvl1pPr algn="r">
              <a:defRPr>
                <a:solidFill>
                  <a:schemeClr val="tx2"/>
                </a:solidFill>
                <a:effectLst>
                  <a:outerShdw blurRad="38100" dist="38100" dir="2700000" algn="tl">
                    <a:srgbClr val="000000">
                      <a:alpha val="43137"/>
                    </a:srgbClr>
                  </a:outerShdw>
                </a:effectLst>
              </a:defRPr>
            </a:lvl1pPr>
          </a:lstStyle>
          <a:p>
            <a:fld id="{9EB9C8E0-F2E5-48F5-AA1A-981B30EA19E2}" type="datetime1">
              <a:rPr lang="en-US" smtClean="0"/>
              <a:t>12/19/2025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0987809" y="6378213"/>
            <a:ext cx="457200" cy="338328"/>
          </a:xfrm>
        </p:spPr>
        <p:txBody>
          <a:bodyPr/>
          <a:lstStyle>
            <a:lvl1pPr>
              <a:defRPr>
                <a:solidFill>
                  <a:schemeClr val="tx2"/>
                </a:solidFill>
                <a:effectLst>
                  <a:outerShdw blurRad="38100" dist="38100" dir="2700000" algn="tl">
                    <a:srgbClr val="000000">
                      <a:alpha val="43137"/>
                    </a:srgbClr>
                  </a:outerShdw>
                </a:effectLst>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1630338183"/>
      </p:ext>
    </p:extLst>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with Picture 5">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38305" y="208156"/>
            <a:ext cx="5729095" cy="3135408"/>
          </a:xfrm>
        </p:spPr>
        <p:txBody>
          <a:bodyPr vert="horz" lIns="91440" tIns="45720" rIns="91440" bIns="45720" rtlCol="0" anchor="t">
            <a:normAutofit/>
          </a:bodyPr>
          <a:lstStyle>
            <a:lvl1pPr>
              <a:defRPr lang="en-US" sz="6000" dirty="0">
                <a:solidFill>
                  <a:schemeClr val="tx2"/>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85854" y="4846320"/>
            <a:ext cx="4462346" cy="1380744"/>
          </a:xfrm>
        </p:spPr>
        <p:txBody>
          <a:bodyPr vert="horz" lIns="91440" tIns="45720" rIns="91440" bIns="45720" rtlCol="0" anchor="b">
            <a:normAutofit/>
          </a:bodyPr>
          <a:lstStyle>
            <a:lvl1pPr marL="0" indent="0">
              <a:buNone/>
              <a:defRPr lang="en-US" sz="1600">
                <a:solidFill>
                  <a:schemeClr val="tx2"/>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5792911" y="6387128"/>
            <a:ext cx="1032084" cy="338328"/>
          </a:xfrm>
        </p:spPr>
        <p:txBody>
          <a:bodyPr/>
          <a:lstStyle>
            <a:lvl1pPr>
              <a:defRPr>
                <a:solidFill>
                  <a:schemeClr val="tx2"/>
                </a:solidFill>
                <a:effectLst/>
              </a:defRPr>
            </a:lvl1pPr>
          </a:lstStyle>
          <a:p>
            <a:fld id="{829B12D8-BAC5-43A1-A3F4-51BF1A7E7117}" type="datetime1">
              <a:rPr lang="en-US" smtClean="0"/>
              <a:t>12/19/2025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6824995" y="6387128"/>
            <a:ext cx="457200" cy="338328"/>
          </a:xfrm>
        </p:spPr>
        <p:txBody>
          <a:bodyPr/>
          <a:lstStyle>
            <a:lvl1pPr>
              <a:defRPr>
                <a:solidFill>
                  <a:schemeClr val="tx2"/>
                </a:solidFill>
              </a:defRPr>
            </a:lvl1pPr>
          </a:lstStyle>
          <a:p>
            <a:fld id="{C8116806-1FD2-4A57-B5EA-7014AB76383B}" type="slidenum">
              <a:rPr lang="en-US" smtClean="0"/>
              <a:t>‹#›</a:t>
            </a:fld>
            <a:endParaRPr lang="en-US"/>
          </a:p>
        </p:txBody>
      </p:sp>
      <p:sp>
        <p:nvSpPr>
          <p:cNvPr id="9" name="Picture Placeholder 8">
            <a:extLst>
              <a:ext uri="{FF2B5EF4-FFF2-40B4-BE49-F238E27FC236}">
                <a16:creationId xmlns:a16="http://schemas.microsoft.com/office/drawing/2014/main" id="{C18560C4-8760-7FBD-159D-6CA9346253D5}"/>
              </a:ext>
            </a:extLst>
          </p:cNvPr>
          <p:cNvSpPr>
            <a:spLocks noGrp="1"/>
          </p:cNvSpPr>
          <p:nvPr>
            <p:ph type="pic" sz="quarter" idx="13" hasCustomPrompt="1"/>
          </p:nvPr>
        </p:nvSpPr>
        <p:spPr>
          <a:xfrm>
            <a:off x="7514371" y="266700"/>
            <a:ext cx="4410930" cy="6324600"/>
          </a:xfrm>
          <a:custGeom>
            <a:avLst/>
            <a:gdLst>
              <a:gd name="connsiteX0" fmla="*/ 275374 w 4410930"/>
              <a:gd name="connsiteY0" fmla="*/ 0 h 6324600"/>
              <a:gd name="connsiteX1" fmla="*/ 4135556 w 4410930"/>
              <a:gd name="connsiteY1" fmla="*/ 0 h 6324600"/>
              <a:gd name="connsiteX2" fmla="*/ 4410930 w 4410930"/>
              <a:gd name="connsiteY2" fmla="*/ 275374 h 6324600"/>
              <a:gd name="connsiteX3" fmla="*/ 4410930 w 4410930"/>
              <a:gd name="connsiteY3" fmla="*/ 6049226 h 6324600"/>
              <a:gd name="connsiteX4" fmla="*/ 4135556 w 4410930"/>
              <a:gd name="connsiteY4" fmla="*/ 6324600 h 6324600"/>
              <a:gd name="connsiteX5" fmla="*/ 275374 w 4410930"/>
              <a:gd name="connsiteY5" fmla="*/ 6324600 h 6324600"/>
              <a:gd name="connsiteX6" fmla="*/ 0 w 4410930"/>
              <a:gd name="connsiteY6" fmla="*/ 6049226 h 6324600"/>
              <a:gd name="connsiteX7" fmla="*/ 0 w 4410930"/>
              <a:gd name="connsiteY7" fmla="*/ 275374 h 6324600"/>
              <a:gd name="connsiteX8" fmla="*/ 275374 w 4410930"/>
              <a:gd name="connsiteY8" fmla="*/ 0 h 6324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10930" h="6324600">
                <a:moveTo>
                  <a:pt x="275374" y="0"/>
                </a:moveTo>
                <a:lnTo>
                  <a:pt x="4135556" y="0"/>
                </a:lnTo>
                <a:cubicBezTo>
                  <a:pt x="4287641" y="0"/>
                  <a:pt x="4410930" y="123289"/>
                  <a:pt x="4410930" y="275374"/>
                </a:cubicBezTo>
                <a:lnTo>
                  <a:pt x="4410930" y="6049226"/>
                </a:lnTo>
                <a:cubicBezTo>
                  <a:pt x="4410930" y="6201311"/>
                  <a:pt x="4287641" y="6324600"/>
                  <a:pt x="4135556" y="6324600"/>
                </a:cubicBezTo>
                <a:lnTo>
                  <a:pt x="275374" y="6324600"/>
                </a:lnTo>
                <a:cubicBezTo>
                  <a:pt x="123289" y="6324600"/>
                  <a:pt x="0" y="6201311"/>
                  <a:pt x="0" y="6049226"/>
                </a:cubicBezTo>
                <a:lnTo>
                  <a:pt x="0" y="275374"/>
                </a:lnTo>
                <a:cubicBezTo>
                  <a:pt x="0" y="123289"/>
                  <a:pt x="123289" y="0"/>
                  <a:pt x="275374" y="0"/>
                </a:cubicBez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468830070"/>
      </p:ext>
    </p:extLst>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with Picture 6">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660262" y="208754"/>
            <a:ext cx="4066072" cy="3725937"/>
          </a:xfrm>
        </p:spPr>
        <p:txBody>
          <a:bodyPr vert="horz" lIns="91440" tIns="45720" rIns="91440" bIns="45720" rtlCol="0" anchor="t">
            <a:normAutofit/>
          </a:bodyPr>
          <a:lstStyle>
            <a:lvl1pPr>
              <a:defRPr lang="en-US" sz="5000" dirty="0">
                <a:solidFill>
                  <a:schemeClr val="tx2"/>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668729" y="4846320"/>
            <a:ext cx="4066072" cy="1380744"/>
          </a:xfrm>
        </p:spPr>
        <p:txBody>
          <a:bodyPr vert="horz" lIns="91440" tIns="45720" rIns="91440" bIns="45720" rtlCol="0" anchor="b">
            <a:normAutofit/>
          </a:bodyPr>
          <a:lstStyle>
            <a:lvl1pPr marL="0" indent="0">
              <a:buNone/>
              <a:defRPr lang="en-US" sz="1600">
                <a:solidFill>
                  <a:schemeClr val="tx2"/>
                </a:solidFill>
              </a:defRPr>
            </a:lvl1pPr>
          </a:lstStyle>
          <a:p>
            <a:pPr lvl="0"/>
            <a:r>
              <a:rPr lang="en-US"/>
              <a:t>Click to edit Master subtitle style</a:t>
            </a:r>
          </a:p>
        </p:txBody>
      </p:sp>
      <p:sp>
        <p:nvSpPr>
          <p:cNvPr id="12" name="Picture Placeholder 11">
            <a:extLst>
              <a:ext uri="{FF2B5EF4-FFF2-40B4-BE49-F238E27FC236}">
                <a16:creationId xmlns:a16="http://schemas.microsoft.com/office/drawing/2014/main" id="{7A934108-77F2-43A6-38EF-C1CDEDD103C2}"/>
              </a:ext>
            </a:extLst>
          </p:cNvPr>
          <p:cNvSpPr>
            <a:spLocks noGrp="1"/>
          </p:cNvSpPr>
          <p:nvPr>
            <p:ph type="pic" sz="quarter" idx="13" hasCustomPrompt="1"/>
          </p:nvPr>
        </p:nvSpPr>
        <p:spPr>
          <a:xfrm>
            <a:off x="274320" y="266699"/>
            <a:ext cx="7238998" cy="6322891"/>
          </a:xfrm>
          <a:custGeom>
            <a:avLst/>
            <a:gdLst>
              <a:gd name="connsiteX0" fmla="*/ 291359 w 7238998"/>
              <a:gd name="connsiteY0" fmla="*/ 0 h 6322891"/>
              <a:gd name="connsiteX1" fmla="*/ 6947639 w 7238998"/>
              <a:gd name="connsiteY1" fmla="*/ 0 h 6322891"/>
              <a:gd name="connsiteX2" fmla="*/ 7238998 w 7238998"/>
              <a:gd name="connsiteY2" fmla="*/ 291359 h 6322891"/>
              <a:gd name="connsiteX3" fmla="*/ 7238998 w 7238998"/>
              <a:gd name="connsiteY3" fmla="*/ 6031532 h 6322891"/>
              <a:gd name="connsiteX4" fmla="*/ 6947639 w 7238998"/>
              <a:gd name="connsiteY4" fmla="*/ 6322891 h 6322891"/>
              <a:gd name="connsiteX5" fmla="*/ 291359 w 7238998"/>
              <a:gd name="connsiteY5" fmla="*/ 6322891 h 6322891"/>
              <a:gd name="connsiteX6" fmla="*/ 0 w 7238998"/>
              <a:gd name="connsiteY6" fmla="*/ 6031532 h 6322891"/>
              <a:gd name="connsiteX7" fmla="*/ 0 w 7238998"/>
              <a:gd name="connsiteY7" fmla="*/ 291359 h 6322891"/>
              <a:gd name="connsiteX8" fmla="*/ 291359 w 7238998"/>
              <a:gd name="connsiteY8" fmla="*/ 0 h 6322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38998" h="6322891">
                <a:moveTo>
                  <a:pt x="291359" y="0"/>
                </a:moveTo>
                <a:lnTo>
                  <a:pt x="6947639" y="0"/>
                </a:lnTo>
                <a:cubicBezTo>
                  <a:pt x="7108552" y="0"/>
                  <a:pt x="7238998" y="130446"/>
                  <a:pt x="7238998" y="291359"/>
                </a:cubicBezTo>
                <a:lnTo>
                  <a:pt x="7238998" y="6031532"/>
                </a:lnTo>
                <a:cubicBezTo>
                  <a:pt x="7238998" y="6192445"/>
                  <a:pt x="7108552" y="6322891"/>
                  <a:pt x="6947639" y="6322891"/>
                </a:cubicBezTo>
                <a:lnTo>
                  <a:pt x="291359" y="6322891"/>
                </a:lnTo>
                <a:cubicBezTo>
                  <a:pt x="130446" y="6322891"/>
                  <a:pt x="0" y="6192445"/>
                  <a:pt x="0" y="6031532"/>
                </a:cubicBezTo>
                <a:lnTo>
                  <a:pt x="0" y="291359"/>
                </a:lnTo>
                <a:cubicBezTo>
                  <a:pt x="0" y="130446"/>
                  <a:pt x="130446" y="0"/>
                  <a:pt x="291359" y="0"/>
                </a:cubicBez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666481" y="6391656"/>
            <a:ext cx="2703777" cy="338328"/>
          </a:xfrm>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0477500" y="6391656"/>
            <a:ext cx="1032084" cy="338328"/>
          </a:xfrm>
        </p:spPr>
        <p:txBody>
          <a:bodyPr/>
          <a:lstStyle>
            <a:lvl1pPr>
              <a:defRPr>
                <a:solidFill>
                  <a:schemeClr val="tx2"/>
                </a:solidFill>
                <a:effectLst/>
              </a:defRPr>
            </a:lvl1pPr>
          </a:lstStyle>
          <a:p>
            <a:fld id="{DB19E114-DE0F-4D79-972B-16F4D1534B50}" type="datetime1">
              <a:rPr lang="en-US" smtClean="0"/>
              <a:t>12/19/2025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509584" y="6388837"/>
            <a:ext cx="457200" cy="338328"/>
          </a:xfrm>
        </p:spPr>
        <p:txBody>
          <a:bodyPr/>
          <a:lstStyle>
            <a:lvl1pPr>
              <a:defRPr>
                <a:solidFill>
                  <a:schemeClr val="tx2"/>
                </a:solidFill>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3685074830"/>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33816" y="199795"/>
            <a:ext cx="8777428" cy="3640686"/>
          </a:xfrm>
        </p:spPr>
        <p:txBody>
          <a:bodyPr vert="horz" lIns="91440" tIns="45720" rIns="91440" bIns="45720" rtlCol="0" anchor="t">
            <a:normAutofit/>
          </a:bodyPr>
          <a:lstStyle>
            <a:lvl1pPr>
              <a:defRPr lang="en-US" sz="8800" dirty="0">
                <a:solidFill>
                  <a:schemeClr val="tx2"/>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85854" y="4898361"/>
            <a:ext cx="5675450" cy="1334847"/>
          </a:xfrm>
        </p:spPr>
        <p:txBody>
          <a:bodyPr vert="horz" lIns="91440" tIns="45720" rIns="91440" bIns="45720" rtlCol="0" anchor="b">
            <a:normAutofit/>
          </a:bodyPr>
          <a:lstStyle>
            <a:lvl1pPr marL="0" indent="0">
              <a:buNone/>
              <a:defRPr lang="en-US" sz="1600" dirty="0">
                <a:solidFill>
                  <a:schemeClr val="tx2"/>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defRPr>
            </a:lvl1pPr>
          </a:lstStyle>
          <a:p>
            <a:fld id="{5170987F-8E30-461F-9E4C-7F5E2EE91FF0}" type="datetime1">
              <a:rPr lang="en-US" smtClean="0"/>
              <a:t>12/19/2025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3127818418"/>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Titl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018598" y="1529542"/>
            <a:ext cx="8154804" cy="2323883"/>
          </a:xfrm>
        </p:spPr>
        <p:txBody>
          <a:bodyPr anchor="b">
            <a:normAutofit/>
          </a:bodyPr>
          <a:lstStyle>
            <a:lvl1pPr algn="ctr">
              <a:defRPr sz="5400">
                <a:solidFill>
                  <a:schemeClr val="tx2"/>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110715" y="4053504"/>
            <a:ext cx="5970570" cy="1072678"/>
          </a:xfrm>
        </p:spPr>
        <p:txBody>
          <a:bodyPr anchor="t">
            <a:normAutofit/>
          </a:bodyPr>
          <a:lstStyle>
            <a:lvl1pPr marL="0" indent="0" algn="ctr">
              <a:buNone/>
              <a:defRPr sz="16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defRPr>
            </a:lvl1pPr>
          </a:lstStyle>
          <a:p>
            <a:fld id="{454ACAC3-7932-4379-B917-F7F78C6F24BE}" type="datetime1">
              <a:rPr lang="en-US" smtClean="0"/>
              <a:t>12/19/2025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1107397976"/>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Title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11512" y="192360"/>
            <a:ext cx="11812264" cy="4157003"/>
          </a:xfrm>
        </p:spPr>
        <p:txBody>
          <a:bodyPr vert="horz" lIns="91440" tIns="45720" rIns="91440" bIns="45720" rtlCol="0" anchor="t">
            <a:normAutofit/>
          </a:bodyPr>
          <a:lstStyle>
            <a:lvl1pPr>
              <a:defRPr lang="en-US" sz="11500" baseline="0" dirty="0">
                <a:solidFill>
                  <a:schemeClr val="tx2"/>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85854" y="5029200"/>
            <a:ext cx="5681546" cy="1204009"/>
          </a:xfrm>
        </p:spPr>
        <p:txBody>
          <a:bodyPr vert="horz" lIns="91440" tIns="45720" rIns="91440" bIns="45720" rtlCol="0" anchor="b">
            <a:normAutofit/>
          </a:bodyPr>
          <a:lstStyle>
            <a:lvl1pPr marL="0" indent="0">
              <a:buNone/>
              <a:defRPr lang="en-US" sz="1600" dirty="0">
                <a:solidFill>
                  <a:schemeClr val="tx2"/>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defRPr>
            </a:lvl1pPr>
          </a:lstStyle>
          <a:p>
            <a:fld id="{4D520D0B-46AC-4382-A6D6-2E63B78F1E03}" type="datetime1">
              <a:rPr lang="en-US" smtClean="0"/>
              <a:t>12/19/2025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488420664"/>
      </p:ext>
    </p:extLst>
  </p:cSld>
  <p:clrMapOvr>
    <a:overrideClrMapping bg1="dk1" tx1="lt1" bg2="dk2" tx2="lt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157729" y="3200400"/>
            <a:ext cx="9002895" cy="3582184"/>
          </a:xfrm>
        </p:spPr>
        <p:txBody>
          <a:bodyPr anchor="b">
            <a:normAutofit/>
          </a:bodyPr>
          <a:lstStyle>
            <a:lvl1pPr>
              <a:defRPr sz="6900">
                <a:solidFill>
                  <a:schemeClr val="tx2"/>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a:xfrm>
            <a:off x="178704" y="141216"/>
            <a:ext cx="2703777" cy="338328"/>
          </a:xfrm>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a:xfrm>
            <a:off x="10477500" y="141216"/>
            <a:ext cx="1032084" cy="338328"/>
          </a:xfrm>
        </p:spPr>
        <p:txBody>
          <a:bodyPr/>
          <a:lstStyle>
            <a:lvl1pPr>
              <a:defRPr>
                <a:solidFill>
                  <a:schemeClr val="tx2"/>
                </a:solidFill>
              </a:defRPr>
            </a:lvl1pPr>
          </a:lstStyle>
          <a:p>
            <a:fld id="{CBB9144B-27A2-4831-A05B-9434A462331E}" type="datetime1">
              <a:rPr lang="en-US" smtClean="0"/>
              <a:t>12/19/2025</a:t>
            </a:fld>
            <a:endParaRPr lang="en-US"/>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a:xfrm>
            <a:off x="11509584" y="141216"/>
            <a:ext cx="457200" cy="338328"/>
          </a:xfrm>
        </p:spPr>
        <p:txBody>
          <a:bodyPr/>
          <a:lstStyle>
            <a:lvl1pPr>
              <a:defRPr>
                <a:solidFill>
                  <a:schemeClr val="tx2"/>
                </a:solidFill>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2518340219"/>
      </p:ext>
    </p:extLst>
  </p:cSld>
  <p:clrMapOvr>
    <a:overrideClrMapping bg1="dk1" tx1="lt1" bg2="dk2" tx2="lt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Agenda">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33815" y="189689"/>
            <a:ext cx="11341905" cy="1629485"/>
          </a:xfrm>
        </p:spPr>
        <p:txBody>
          <a:bodyPr anchor="t">
            <a:normAutofit/>
          </a:bodyPr>
          <a:lstStyle>
            <a:lvl1pPr>
              <a:defRPr sz="7600" baseline="0"/>
            </a:lvl1pPr>
          </a:lstStyle>
          <a:p>
            <a:r>
              <a:rPr lang="en-US"/>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096000" y="2362200"/>
            <a:ext cx="5829300" cy="3810000"/>
          </a:xfrm>
        </p:spPr>
        <p:txBody>
          <a:bodyPr vert="horz" lIns="91440" tIns="45720" rIns="91440" bIns="45720" rtlCol="0" anchor="b">
            <a:normAutofit/>
          </a:bodyPr>
          <a:lstStyle>
            <a:lvl1pPr marL="457200" indent="-457200">
              <a:buFont typeface="+mj-lt"/>
              <a:buAutoNum type="arabicPeriod"/>
              <a:defRPr lang="en-US" sz="1600" dirty="0"/>
            </a:lvl1pPr>
            <a:lvl2pPr marL="571500" indent="-342900">
              <a:buFont typeface="+mj-lt"/>
              <a:buAutoNum type="arabicPeriod"/>
              <a:defRPr lang="en-US" sz="1600" dirty="0"/>
            </a:lvl2pPr>
            <a:lvl3pPr marL="800100" indent="-342900">
              <a:buFont typeface="+mj-lt"/>
              <a:buAutoNum type="arabicPeriod"/>
              <a:defRPr lang="en-US" sz="1600" dirty="0"/>
            </a:lvl3pPr>
            <a:lvl4pPr>
              <a:buFont typeface="+mj-lt"/>
              <a:buAutoNum type="arabicPeriod"/>
              <a:defRPr lang="en-US" sz="1600" dirty="0"/>
            </a:lvl4pPr>
            <a:lvl5pPr>
              <a:buFont typeface="+mj-lt"/>
              <a:buAutoNum type="arabicPeriod"/>
              <a:defRPr lang="en-US" sz="16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F5895950-DBB3-436C-A1DD-7D3C30A336E3}" type="datetime1">
              <a:rPr lang="en-US" smtClean="0"/>
              <a:t>12/19/2025</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2354370883"/>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Agenda with Pictur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82880" y="4061862"/>
            <a:ext cx="5913120" cy="2268359"/>
          </a:xfrm>
        </p:spPr>
        <p:txBody>
          <a:bodyPr anchor="t">
            <a:normAutofit/>
          </a:bodyPr>
          <a:lstStyle>
            <a:lvl1pPr>
              <a:defRPr sz="5800"/>
            </a:lvl1pPr>
          </a:lstStyle>
          <a:p>
            <a:r>
              <a:rPr lang="en-US"/>
              <a:t>Click to edit Master title style</a:t>
            </a:r>
          </a:p>
        </p:txBody>
      </p:sp>
      <p:sp>
        <p:nvSpPr>
          <p:cNvPr id="16" name="Picture Placeholder 15">
            <a:extLst>
              <a:ext uri="{FF2B5EF4-FFF2-40B4-BE49-F238E27FC236}">
                <a16:creationId xmlns:a16="http://schemas.microsoft.com/office/drawing/2014/main" id="{F88BC23C-4171-DFCF-3175-10D2602FF561}"/>
              </a:ext>
            </a:extLst>
          </p:cNvPr>
          <p:cNvSpPr>
            <a:spLocks noGrp="1"/>
          </p:cNvSpPr>
          <p:nvPr>
            <p:ph type="pic" sz="quarter" idx="14" hasCustomPrompt="1"/>
          </p:nvPr>
        </p:nvSpPr>
        <p:spPr>
          <a:xfrm>
            <a:off x="274320" y="268508"/>
            <a:ext cx="11649456" cy="3609085"/>
          </a:xfrm>
          <a:custGeom>
            <a:avLst/>
            <a:gdLst>
              <a:gd name="connsiteX0" fmla="*/ 283385 w 11658600"/>
              <a:gd name="connsiteY0" fmla="*/ 0 h 3609085"/>
              <a:gd name="connsiteX1" fmla="*/ 11375215 w 11658600"/>
              <a:gd name="connsiteY1" fmla="*/ 0 h 3609085"/>
              <a:gd name="connsiteX2" fmla="*/ 11658600 w 11658600"/>
              <a:gd name="connsiteY2" fmla="*/ 283385 h 3609085"/>
              <a:gd name="connsiteX3" fmla="*/ 11658600 w 11658600"/>
              <a:gd name="connsiteY3" fmla="*/ 3325700 h 3609085"/>
              <a:gd name="connsiteX4" fmla="*/ 11375215 w 11658600"/>
              <a:gd name="connsiteY4" fmla="*/ 3609085 h 3609085"/>
              <a:gd name="connsiteX5" fmla="*/ 283385 w 11658600"/>
              <a:gd name="connsiteY5" fmla="*/ 3609085 h 3609085"/>
              <a:gd name="connsiteX6" fmla="*/ 0 w 11658600"/>
              <a:gd name="connsiteY6" fmla="*/ 3325700 h 3609085"/>
              <a:gd name="connsiteX7" fmla="*/ 0 w 11658600"/>
              <a:gd name="connsiteY7" fmla="*/ 283385 h 3609085"/>
              <a:gd name="connsiteX8" fmla="*/ 283385 w 11658600"/>
              <a:gd name="connsiteY8" fmla="*/ 0 h 3609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658600" h="3609085">
                <a:moveTo>
                  <a:pt x="283385" y="0"/>
                </a:moveTo>
                <a:lnTo>
                  <a:pt x="11375215" y="0"/>
                </a:lnTo>
                <a:cubicBezTo>
                  <a:pt x="11531724" y="0"/>
                  <a:pt x="11658600" y="126876"/>
                  <a:pt x="11658600" y="283385"/>
                </a:cubicBezTo>
                <a:lnTo>
                  <a:pt x="11658600" y="3325700"/>
                </a:lnTo>
                <a:cubicBezTo>
                  <a:pt x="11658600" y="3482209"/>
                  <a:pt x="11531724" y="3609085"/>
                  <a:pt x="11375215" y="3609085"/>
                </a:cubicBezTo>
                <a:lnTo>
                  <a:pt x="283385" y="3609085"/>
                </a:lnTo>
                <a:cubicBezTo>
                  <a:pt x="126876" y="3609085"/>
                  <a:pt x="0" y="3482209"/>
                  <a:pt x="0" y="3325700"/>
                </a:cubicBezTo>
                <a:lnTo>
                  <a:pt x="0" y="283385"/>
                </a:lnTo>
                <a:cubicBezTo>
                  <a:pt x="0" y="126876"/>
                  <a:pt x="126876" y="0"/>
                  <a:pt x="283385" y="0"/>
                </a:cubicBezTo>
                <a:close/>
              </a:path>
            </a:pathLst>
          </a:custGeom>
          <a:blipFill>
            <a:blip r:embed="rId2">
              <a:alphaModFix amt="60000"/>
            </a:blip>
            <a:stretch>
              <a:fillRect/>
            </a:stretch>
          </a:blipFill>
        </p:spPr>
        <p:txBody>
          <a:bodyPr wrap="square">
            <a:noAutofit/>
          </a:bodyPr>
          <a:lstStyle>
            <a:lvl1pPr marL="0" indent="0">
              <a:buNone/>
              <a:defRPr/>
            </a:lvl1pPr>
          </a:lstStyle>
          <a:p>
            <a:r>
              <a:rPr lang="en-US"/>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515973" y="4039118"/>
            <a:ext cx="4419601" cy="2268360"/>
          </a:xfrm>
        </p:spPr>
        <p:txBody>
          <a:bodyPr vert="horz" lIns="91440" tIns="45720" rIns="91440" bIns="45720" rtlCol="0">
            <a:normAutofit/>
          </a:bodyPr>
          <a:lstStyle>
            <a:lvl1pPr marL="342900" indent="-342900">
              <a:buFont typeface="+mj-lt"/>
              <a:buAutoNum type="arabicPeriod"/>
              <a:defRPr lang="en-US" sz="1400" dirty="0"/>
            </a:lvl1pPr>
            <a:lvl2pPr marL="571500" indent="-342900">
              <a:buFont typeface="+mj-lt"/>
              <a:buAutoNum type="arabicPeriod"/>
              <a:defRPr lang="en-US" sz="1400" dirty="0"/>
            </a:lvl2pPr>
            <a:lvl3pPr marL="800100" indent="-342900">
              <a:buFont typeface="+mj-lt"/>
              <a:buAutoNum type="arabicPeriod"/>
              <a:defRPr lang="en-US" sz="1400" dirty="0"/>
            </a:lvl3pPr>
            <a:lvl4pPr>
              <a:buFont typeface="+mj-lt"/>
              <a:buAutoNum type="arabicPeriod"/>
              <a:defRPr lang="en-US" sz="1400" dirty="0"/>
            </a:lvl4pPr>
            <a:lvl5pPr>
              <a:buFont typeface="+mj-lt"/>
              <a:buAutoNum type="arabicPeriod"/>
              <a:defRPr lang="en-US" sz="1400" dirty="0"/>
            </a:lvl5pPr>
          </a:lstStyle>
          <a:p>
            <a:pPr marL="228600" lvl="0" indent="-228600"/>
            <a:r>
              <a:rPr lang="en-US"/>
              <a:t>Click to edit Master text styles</a:t>
            </a:r>
          </a:p>
          <a:p>
            <a:pPr marL="228600" lvl="1" indent="-228600"/>
            <a:r>
              <a:rPr lang="en-US"/>
              <a:t>Second level</a:t>
            </a:r>
          </a:p>
          <a:p>
            <a:pPr marL="228600" lvl="2" indent="-228600"/>
            <a:r>
              <a:rPr lang="en-US"/>
              <a:t>Third level</a:t>
            </a:r>
          </a:p>
          <a:p>
            <a:pPr marL="228600" lvl="3" indent="-228600"/>
            <a:r>
              <a:rPr lang="en-US"/>
              <a:t>Fourth level</a:t>
            </a:r>
          </a:p>
          <a:p>
            <a:pPr marL="228600" lvl="4" indent="-228600"/>
            <a:r>
              <a:rPr lang="en-US"/>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182880" y="6387737"/>
            <a:ext cx="2703777" cy="338328"/>
          </a:xfrm>
        </p:spPr>
        <p:txBody>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15ECDF8E-0DD2-43D3-8D07-9F3C411EACC9}" type="datetime1">
              <a:rPr lang="en-US" smtClean="0"/>
              <a:t>12/19/2025</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1297302780"/>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Agenda with Picture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7515973" y="1010652"/>
            <a:ext cx="3437576" cy="1366457"/>
          </a:xfrm>
        </p:spPr>
        <p:txBody>
          <a:bodyPr anchor="t">
            <a:noAutofit/>
          </a:bodyPr>
          <a:lstStyle>
            <a:lvl1pPr>
              <a:defRPr sz="5000"/>
            </a:lvl1pPr>
          </a:lstStyle>
          <a:p>
            <a:r>
              <a:rPr lang="en-US"/>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515974" y="2377109"/>
            <a:ext cx="3437576" cy="3393239"/>
          </a:xfrm>
        </p:spPr>
        <p:txBody>
          <a:bodyPr vert="horz" lIns="91440" tIns="45720" rIns="91440" bIns="45720" rtlCol="0" anchor="b">
            <a:normAutofit/>
          </a:bodyPr>
          <a:lstStyle>
            <a:lvl1pPr marL="342900" indent="-342900">
              <a:buFont typeface="+mj-lt"/>
              <a:buAutoNum type="arabicPeriod"/>
              <a:defRPr lang="en-US" sz="1400" dirty="0"/>
            </a:lvl1pPr>
            <a:lvl2pPr marL="571500" indent="-342900">
              <a:buFont typeface="+mj-lt"/>
              <a:buAutoNum type="arabicPeriod"/>
              <a:defRPr lang="en-US" sz="1400" dirty="0"/>
            </a:lvl2pPr>
            <a:lvl3pPr marL="800100" indent="-342900">
              <a:buFont typeface="+mj-lt"/>
              <a:buAutoNum type="arabicPeriod"/>
              <a:defRPr lang="en-US" sz="1400" dirty="0"/>
            </a:lvl3pPr>
            <a:lvl4pPr>
              <a:buFont typeface="+mj-lt"/>
              <a:buAutoNum type="arabicPeriod"/>
              <a:defRPr lang="en-US" sz="1400" dirty="0"/>
            </a:lvl4pPr>
            <a:lvl5pPr>
              <a:buFont typeface="+mj-lt"/>
              <a:buAutoNum type="arabicPeriod"/>
              <a:defRPr lang="en-US" sz="1400" dirty="0"/>
            </a:lvl5pPr>
          </a:lstStyle>
          <a:p>
            <a:pPr marL="228600" lvl="0" indent="-228600"/>
            <a:r>
              <a:rPr lang="en-US"/>
              <a:t>Click to edit Master text styles</a:t>
            </a:r>
          </a:p>
          <a:p>
            <a:pPr marL="228600" lvl="1" indent="-228600"/>
            <a:r>
              <a:rPr lang="en-US"/>
              <a:t>Second level</a:t>
            </a:r>
          </a:p>
          <a:p>
            <a:pPr marL="228600" lvl="2" indent="-228600"/>
            <a:r>
              <a:rPr lang="en-US"/>
              <a:t>Third level</a:t>
            </a:r>
          </a:p>
          <a:p>
            <a:pPr marL="228600" lvl="3" indent="-228600"/>
            <a:r>
              <a:rPr lang="en-US"/>
              <a:t>Fourth level</a:t>
            </a:r>
          </a:p>
          <a:p>
            <a:pPr marL="228600" lvl="4" indent="-228600"/>
            <a:r>
              <a:rPr lang="en-US"/>
              <a:t>Fifth level</a:t>
            </a:r>
          </a:p>
        </p:txBody>
      </p:sp>
      <p:sp>
        <p:nvSpPr>
          <p:cNvPr id="12" name="Picture Placeholder 11">
            <a:extLst>
              <a:ext uri="{FF2B5EF4-FFF2-40B4-BE49-F238E27FC236}">
                <a16:creationId xmlns:a16="http://schemas.microsoft.com/office/drawing/2014/main" id="{1739F752-D848-0871-8BE8-DE94F03F5A34}"/>
              </a:ext>
            </a:extLst>
          </p:cNvPr>
          <p:cNvSpPr>
            <a:spLocks noGrp="1"/>
          </p:cNvSpPr>
          <p:nvPr>
            <p:ph type="pic" sz="quarter" idx="14" hasCustomPrompt="1"/>
          </p:nvPr>
        </p:nvSpPr>
        <p:spPr>
          <a:xfrm>
            <a:off x="0" y="0"/>
            <a:ext cx="12192000" cy="6858000"/>
          </a:xfrm>
          <a:custGeom>
            <a:avLst/>
            <a:gdLst>
              <a:gd name="connsiteX0" fmla="*/ 7608643 w 12192000"/>
              <a:gd name="connsiteY0" fmla="*/ 808189 h 6858000"/>
              <a:gd name="connsiteX1" fmla="*/ 7295225 w 12192000"/>
              <a:gd name="connsiteY1" fmla="*/ 1121607 h 6858000"/>
              <a:gd name="connsiteX2" fmla="*/ 7295225 w 12192000"/>
              <a:gd name="connsiteY2" fmla="*/ 5736392 h 6858000"/>
              <a:gd name="connsiteX3" fmla="*/ 7608643 w 12192000"/>
              <a:gd name="connsiteY3" fmla="*/ 6049810 h 6858000"/>
              <a:gd name="connsiteX4" fmla="*/ 10856901 w 12192000"/>
              <a:gd name="connsiteY4" fmla="*/ 6049810 h 6858000"/>
              <a:gd name="connsiteX5" fmla="*/ 11170319 w 12192000"/>
              <a:gd name="connsiteY5" fmla="*/ 5736392 h 6858000"/>
              <a:gd name="connsiteX6" fmla="*/ 11170319 w 12192000"/>
              <a:gd name="connsiteY6" fmla="*/ 1121607 h 6858000"/>
              <a:gd name="connsiteX7" fmla="*/ 10856901 w 12192000"/>
              <a:gd name="connsiteY7" fmla="*/ 808189 h 6858000"/>
              <a:gd name="connsiteX8" fmla="*/ 0 w 12192000"/>
              <a:gd name="connsiteY8" fmla="*/ 0 h 6858000"/>
              <a:gd name="connsiteX9" fmla="*/ 12192000 w 12192000"/>
              <a:gd name="connsiteY9" fmla="*/ 0 h 6858000"/>
              <a:gd name="connsiteX10" fmla="*/ 12192000 w 12192000"/>
              <a:gd name="connsiteY10" fmla="*/ 6858000 h 6858000"/>
              <a:gd name="connsiteX11" fmla="*/ 0 w 1219200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58000">
                <a:moveTo>
                  <a:pt x="7608643" y="808189"/>
                </a:moveTo>
                <a:cubicBezTo>
                  <a:pt x="7435547" y="808189"/>
                  <a:pt x="7295225" y="948511"/>
                  <a:pt x="7295225" y="1121607"/>
                </a:cubicBezTo>
                <a:lnTo>
                  <a:pt x="7295225" y="5736392"/>
                </a:lnTo>
                <a:cubicBezTo>
                  <a:pt x="7295225" y="5909488"/>
                  <a:pt x="7435547" y="6049810"/>
                  <a:pt x="7608643" y="6049810"/>
                </a:cubicBezTo>
                <a:lnTo>
                  <a:pt x="10856901" y="6049810"/>
                </a:lnTo>
                <a:cubicBezTo>
                  <a:pt x="11029997" y="6049810"/>
                  <a:pt x="11170319" y="5909488"/>
                  <a:pt x="11170319" y="5736392"/>
                </a:cubicBezTo>
                <a:lnTo>
                  <a:pt x="11170319" y="1121607"/>
                </a:lnTo>
                <a:cubicBezTo>
                  <a:pt x="11170319" y="948511"/>
                  <a:pt x="11029997" y="808189"/>
                  <a:pt x="10856901" y="808189"/>
                </a:cubicBezTo>
                <a:close/>
                <a:moveTo>
                  <a:pt x="0" y="0"/>
                </a:moveTo>
                <a:lnTo>
                  <a:pt x="12192000" y="0"/>
                </a:lnTo>
                <a:lnTo>
                  <a:pt x="12192000" y="6858000"/>
                </a:lnTo>
                <a:lnTo>
                  <a:pt x="0" y="6858000"/>
                </a:lnTo>
                <a:close/>
              </a:path>
            </a:pathLst>
          </a:custGeom>
          <a:blipFill>
            <a:blip r:embed="rId2">
              <a:alphaModFix amt="60000"/>
            </a:blip>
            <a:stretch>
              <a:fillRect/>
            </a:stretch>
          </a:blipFill>
        </p:spPr>
        <p:txBody>
          <a:bodyPr wrap="square">
            <a:noAutofit/>
          </a:bodyPr>
          <a:lstStyle>
            <a:lvl1pPr marL="0" indent="0">
              <a:buNone/>
              <a:defRPr/>
            </a:lvl1pPr>
          </a:lstStyle>
          <a:p>
            <a:r>
              <a:rPr lang="en-US"/>
              <a:t>  </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182880" y="6387737"/>
            <a:ext cx="2703777" cy="338328"/>
          </a:xfrm>
        </p:spPr>
        <p:txBody>
          <a:bodyPr/>
          <a:lstStyle>
            <a:lvl1pPr>
              <a:defRPr>
                <a:solidFill>
                  <a:schemeClr val="bg2"/>
                </a:solidFill>
                <a:effectLst>
                  <a:outerShdw blurRad="38100" dist="38100" dir="2700000" algn="tl">
                    <a:srgbClr val="000000">
                      <a:alpha val="43137"/>
                    </a:srgbClr>
                  </a:outerShdw>
                </a:effectLst>
              </a:defRPr>
            </a:lvl1p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lvl1pPr>
              <a:defRPr>
                <a:solidFill>
                  <a:schemeClr val="bg2"/>
                </a:solidFill>
                <a:effectLst>
                  <a:outerShdw blurRad="38100" dist="38100" dir="2700000" algn="tl">
                    <a:srgbClr val="000000">
                      <a:alpha val="43137"/>
                    </a:srgbClr>
                  </a:outerShdw>
                </a:effectLst>
              </a:defRPr>
            </a:lvl1pPr>
          </a:lstStyle>
          <a:p>
            <a:fld id="{5CAA6AFE-5243-4B4E-B26C-A6689C02EC29}" type="datetime1">
              <a:rPr lang="en-US" smtClean="0"/>
              <a:t>12/19/2025</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lvl1pPr>
              <a:defRPr>
                <a:solidFill>
                  <a:schemeClr val="bg2"/>
                </a:solidFill>
                <a:effectLst>
                  <a:outerShdw blurRad="38100" dist="38100" dir="2700000" algn="tl">
                    <a:srgbClr val="000000">
                      <a:alpha val="43137"/>
                    </a:srgbClr>
                  </a:outerShdw>
                </a:effectLst>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610754417"/>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291840" y="1719072"/>
            <a:ext cx="5623560" cy="1188720"/>
          </a:xfrm>
        </p:spPr>
        <p:txBody>
          <a:bodyPr anchor="ctr">
            <a:normAutofit/>
          </a:bodyPr>
          <a:lstStyle>
            <a:lvl1pPr algn="ctr">
              <a:defRPr sz="3200"/>
            </a:lvl1pPr>
          </a:lstStyle>
          <a:p>
            <a:r>
              <a:rPr lang="en-US"/>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3886200" y="3136392"/>
            <a:ext cx="4425696" cy="2121408"/>
          </a:xfrm>
        </p:spPr>
        <p:txBody>
          <a:bodyPr vert="horz" lIns="91440" tIns="45720" rIns="91440" bIns="45720" rtlCol="0">
            <a:normAutofit/>
          </a:bodyPr>
          <a:lstStyle>
            <a:lvl1pPr marL="0" indent="0" algn="ctr">
              <a:buNone/>
              <a:defRPr lang="en-US" dirty="0"/>
            </a:lvl1pPr>
            <a:lvl2pPr marL="228600" indent="0" algn="ctr">
              <a:buNone/>
              <a:defRPr lang="en-US" dirty="0"/>
            </a:lvl2pPr>
            <a:lvl3pPr marL="457200" indent="0" algn="ctr">
              <a:buNone/>
              <a:defRPr lang="en-US" dirty="0"/>
            </a:lvl3pPr>
            <a:lvl4pPr marL="685800" indent="0" algn="ctr">
              <a:buNone/>
              <a:defRPr lang="en-US" dirty="0"/>
            </a:lvl4pPr>
            <a:lvl5pPr marL="914400" indent="0" algn="ctr">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19BC84D-3F39-4027-A7D7-7B3951112F59}" type="datetime1">
              <a:rPr lang="en-US" smtClean="0"/>
              <a:t>12/19/2025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66237277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371600" y="1638300"/>
            <a:ext cx="3114136" cy="3799114"/>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4919472" y="1638300"/>
            <a:ext cx="4800600" cy="3799114"/>
          </a:xfrm>
        </p:spPr>
        <p:txBody>
          <a:bodyPr vert="horz" lIns="91440" tIns="45720" rIns="91440" bIns="45720" rtlCol="0">
            <a:normAutofit/>
          </a:bodyPr>
          <a:lstStyle>
            <a:lvl1pPr>
              <a:defRPr lang="en-US"/>
            </a:lvl1pPr>
            <a:lvl2pPr>
              <a:defRPr lang="en-US"/>
            </a:lvl2pPr>
            <a:lvl3pPr>
              <a:defRPr lang="en-US"/>
            </a:lvl3pPr>
            <a:lvl4pPr>
              <a:defRPr lang="en-US"/>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0CDA91AB-22B6-4C8F-9120-C6CEAE2E6D6E}" type="datetime1">
              <a:rPr lang="en-US" smtClean="0"/>
              <a:t>12/19/2025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214577996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225131" y="1638299"/>
            <a:ext cx="3314700" cy="3873268"/>
          </a:xfrm>
        </p:spPr>
        <p:txBody>
          <a:bodyPr anchor="t">
            <a:normAutofit/>
          </a:bodyPr>
          <a:lstStyle>
            <a:lvl1pPr>
              <a:defRPr sz="3000"/>
            </a:lvl1pP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4901019" y="1638299"/>
            <a:ext cx="6080760" cy="3873267"/>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BDEB97BB-FABD-465F-A92A-114DD4401A7A}" type="datetime1">
              <a:rPr lang="en-US" smtClean="0"/>
              <a:t>12/19/2025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129699492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225296" y="990601"/>
            <a:ext cx="3168695" cy="3437544"/>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818888" y="990600"/>
            <a:ext cx="6126480" cy="51499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22A8D00A-7D56-4264-9287-3F8AAF130D23}" type="datetime1">
              <a:rPr lang="en-US" smtClean="0"/>
              <a:t>12/19/2025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25890789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82880" y="219456"/>
            <a:ext cx="3310394" cy="4058127"/>
          </a:xfrm>
        </p:spPr>
        <p:txBody>
          <a:bodyPr anchor="t">
            <a:normAutofit/>
          </a:bodyPr>
          <a:lstStyle>
            <a:lvl1pPr>
              <a:defRPr sz="3000"/>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3972674" y="266700"/>
            <a:ext cx="7688495" cy="6047836"/>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C42A6678-B47B-4355-B5D6-D7B9669114D3}" type="datetime1">
              <a:rPr lang="en-US" smtClean="0"/>
              <a:t>12/19/2025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11386277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919525" y="219456"/>
            <a:ext cx="6376547" cy="1066006"/>
          </a:xfrm>
        </p:spPr>
        <p:txBody>
          <a:bodyPr anchor="t"/>
          <a:lstStyle/>
          <a:p>
            <a:r>
              <a:rPr lang="en-US"/>
              <a:t>Click to edit Master title style</a:t>
            </a:r>
          </a:p>
        </p:txBody>
      </p:sp>
      <p:sp>
        <p:nvSpPr>
          <p:cNvPr id="10" name="Picture Placeholder 9">
            <a:extLst>
              <a:ext uri="{FF2B5EF4-FFF2-40B4-BE49-F238E27FC236}">
                <a16:creationId xmlns:a16="http://schemas.microsoft.com/office/drawing/2014/main" id="{AC455FC9-9346-2F53-C58C-5C64036CD926}"/>
              </a:ext>
            </a:extLst>
          </p:cNvPr>
          <p:cNvSpPr>
            <a:spLocks noGrp="1"/>
          </p:cNvSpPr>
          <p:nvPr>
            <p:ph type="pic" sz="quarter" idx="13" hasCustomPrompt="1"/>
          </p:nvPr>
        </p:nvSpPr>
        <p:spPr>
          <a:xfrm>
            <a:off x="274320" y="268573"/>
            <a:ext cx="4419600" cy="6325969"/>
          </a:xfrm>
          <a:custGeom>
            <a:avLst/>
            <a:gdLst>
              <a:gd name="connsiteX0" fmla="*/ 300746 w 4381500"/>
              <a:gd name="connsiteY0" fmla="*/ 0 h 6290961"/>
              <a:gd name="connsiteX1" fmla="*/ 4080754 w 4381500"/>
              <a:gd name="connsiteY1" fmla="*/ 0 h 6290961"/>
              <a:gd name="connsiteX2" fmla="*/ 4381500 w 4381500"/>
              <a:gd name="connsiteY2" fmla="*/ 300746 h 6290961"/>
              <a:gd name="connsiteX3" fmla="*/ 4381500 w 4381500"/>
              <a:gd name="connsiteY3" fmla="*/ 5990215 h 6290961"/>
              <a:gd name="connsiteX4" fmla="*/ 4080754 w 4381500"/>
              <a:gd name="connsiteY4" fmla="*/ 6290961 h 6290961"/>
              <a:gd name="connsiteX5" fmla="*/ 300746 w 4381500"/>
              <a:gd name="connsiteY5" fmla="*/ 6290961 h 6290961"/>
              <a:gd name="connsiteX6" fmla="*/ 0 w 4381500"/>
              <a:gd name="connsiteY6" fmla="*/ 5990215 h 6290961"/>
              <a:gd name="connsiteX7" fmla="*/ 0 w 4381500"/>
              <a:gd name="connsiteY7" fmla="*/ 300746 h 6290961"/>
              <a:gd name="connsiteX8" fmla="*/ 300746 w 4381500"/>
              <a:gd name="connsiteY8" fmla="*/ 0 h 6290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81500" h="6290961">
                <a:moveTo>
                  <a:pt x="300746" y="0"/>
                </a:moveTo>
                <a:lnTo>
                  <a:pt x="4080754" y="0"/>
                </a:lnTo>
                <a:cubicBezTo>
                  <a:pt x="4246851" y="0"/>
                  <a:pt x="4381500" y="134649"/>
                  <a:pt x="4381500" y="300746"/>
                </a:cubicBezTo>
                <a:lnTo>
                  <a:pt x="4381500" y="5990215"/>
                </a:lnTo>
                <a:cubicBezTo>
                  <a:pt x="4381500" y="6156312"/>
                  <a:pt x="4246851" y="6290961"/>
                  <a:pt x="4080754" y="6290961"/>
                </a:cubicBezTo>
                <a:lnTo>
                  <a:pt x="300746" y="6290961"/>
                </a:lnTo>
                <a:cubicBezTo>
                  <a:pt x="134649" y="6290961"/>
                  <a:pt x="0" y="6156312"/>
                  <a:pt x="0" y="5990215"/>
                </a:cubicBezTo>
                <a:lnTo>
                  <a:pt x="0" y="300746"/>
                </a:lnTo>
                <a:cubicBezTo>
                  <a:pt x="0" y="134649"/>
                  <a:pt x="134649" y="0"/>
                  <a:pt x="300746"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919526" y="1285462"/>
            <a:ext cx="6376546" cy="4986355"/>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919526" y="6387737"/>
            <a:ext cx="2703777"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4C4801C4-BD33-47CA-B204-FEE9BA7A0B92}" type="datetime1">
              <a:rPr lang="en-US" smtClean="0"/>
              <a:t>12/19/2025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324495615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2879" y="219457"/>
            <a:ext cx="6370321" cy="1008871"/>
          </a:xfrm>
        </p:spPr>
        <p:txBody>
          <a:bodyPr anchor="t"/>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182880" y="1228329"/>
            <a:ext cx="6370320" cy="5043490"/>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5254416" y="6390795"/>
            <a:ext cx="1298784" cy="338328"/>
          </a:xfrm>
        </p:spPr>
        <p:txBody>
          <a:bodyPr/>
          <a:lstStyle/>
          <a:p>
            <a:fld id="{14BC2DE8-147F-4C22-A99D-4EAEB6D0A374}" type="datetime1">
              <a:rPr lang="en-US" smtClean="0"/>
              <a:t>12/19/2025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6553200" y="6390795"/>
            <a:ext cx="457200" cy="338328"/>
          </a:xfrm>
        </p:spPr>
        <p:txBody>
          <a:bodyPr/>
          <a:lstStyle>
            <a:lvl1pPr>
              <a:defRPr>
                <a:solidFill>
                  <a:schemeClr val="tx1"/>
                </a:solidFill>
                <a:effectLst/>
              </a:defRPr>
            </a:lvl1pPr>
          </a:lstStyle>
          <a:p>
            <a:fld id="{C8116806-1FD2-4A57-B5EA-7014AB76383B}" type="slidenum">
              <a:rPr lang="en-US" smtClean="0"/>
              <a:t>‹#›</a:t>
            </a:fld>
            <a:endParaRPr lang="en-US"/>
          </a:p>
        </p:txBody>
      </p:sp>
      <p:sp>
        <p:nvSpPr>
          <p:cNvPr id="4" name="Picture Placeholder 3">
            <a:extLst>
              <a:ext uri="{FF2B5EF4-FFF2-40B4-BE49-F238E27FC236}">
                <a16:creationId xmlns:a16="http://schemas.microsoft.com/office/drawing/2014/main" id="{7F11DC52-D1FD-A255-1A04-7A15A9DE3C8F}"/>
              </a:ext>
            </a:extLst>
          </p:cNvPr>
          <p:cNvSpPr>
            <a:spLocks noGrp="1"/>
          </p:cNvSpPr>
          <p:nvPr>
            <p:ph type="pic" sz="quarter" idx="13" hasCustomPrompt="1"/>
          </p:nvPr>
        </p:nvSpPr>
        <p:spPr>
          <a:xfrm>
            <a:off x="7505700" y="266700"/>
            <a:ext cx="4419600" cy="6324600"/>
          </a:xfrm>
          <a:custGeom>
            <a:avLst/>
            <a:gdLst>
              <a:gd name="connsiteX0" fmla="*/ 293171 w 4495799"/>
              <a:gd name="connsiteY0" fmla="*/ 0 h 6172200"/>
              <a:gd name="connsiteX1" fmla="*/ 4202628 w 4495799"/>
              <a:gd name="connsiteY1" fmla="*/ 0 h 6172200"/>
              <a:gd name="connsiteX2" fmla="*/ 4495799 w 4495799"/>
              <a:gd name="connsiteY2" fmla="*/ 293171 h 6172200"/>
              <a:gd name="connsiteX3" fmla="*/ 4495799 w 4495799"/>
              <a:gd name="connsiteY3" fmla="*/ 5879029 h 6172200"/>
              <a:gd name="connsiteX4" fmla="*/ 4202628 w 4495799"/>
              <a:gd name="connsiteY4" fmla="*/ 6172200 h 6172200"/>
              <a:gd name="connsiteX5" fmla="*/ 293171 w 4495799"/>
              <a:gd name="connsiteY5" fmla="*/ 6172200 h 6172200"/>
              <a:gd name="connsiteX6" fmla="*/ 0 w 4495799"/>
              <a:gd name="connsiteY6" fmla="*/ 5879029 h 6172200"/>
              <a:gd name="connsiteX7" fmla="*/ 0 w 4495799"/>
              <a:gd name="connsiteY7" fmla="*/ 293171 h 6172200"/>
              <a:gd name="connsiteX8" fmla="*/ 293171 w 4495799"/>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95799" h="6172200">
                <a:moveTo>
                  <a:pt x="293171" y="0"/>
                </a:moveTo>
                <a:lnTo>
                  <a:pt x="4202628" y="0"/>
                </a:lnTo>
                <a:cubicBezTo>
                  <a:pt x="4364542" y="0"/>
                  <a:pt x="4495799" y="131257"/>
                  <a:pt x="4495799" y="293171"/>
                </a:cubicBezTo>
                <a:lnTo>
                  <a:pt x="4495799" y="5879029"/>
                </a:lnTo>
                <a:cubicBezTo>
                  <a:pt x="4495799" y="6040943"/>
                  <a:pt x="4364542" y="6172200"/>
                  <a:pt x="4202628" y="6172200"/>
                </a:cubicBezTo>
                <a:lnTo>
                  <a:pt x="293171" y="6172200"/>
                </a:lnTo>
                <a:cubicBezTo>
                  <a:pt x="131257" y="6172200"/>
                  <a:pt x="0" y="6040943"/>
                  <a:pt x="0" y="5879029"/>
                </a:cubicBezTo>
                <a:lnTo>
                  <a:pt x="0" y="293171"/>
                </a:lnTo>
                <a:cubicBezTo>
                  <a:pt x="0" y="131257"/>
                  <a:pt x="131257" y="0"/>
                  <a:pt x="293171"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174918706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88702" y="219456"/>
            <a:ext cx="7241297" cy="923544"/>
          </a:xfrm>
        </p:spPr>
        <p:txBody>
          <a:bodyPr anchor="t"/>
          <a:lstStyle>
            <a:lvl1pPr>
              <a:defRPr/>
            </a:lvl1pPr>
          </a:lstStyle>
          <a:p>
            <a:r>
              <a:rPr lang="en-US"/>
              <a:t>Click to edit Master title style</a:t>
            </a:r>
          </a:p>
        </p:txBody>
      </p:sp>
      <p:sp>
        <p:nvSpPr>
          <p:cNvPr id="20" name="Picture Placeholder 9">
            <a:extLst>
              <a:ext uri="{FF2B5EF4-FFF2-40B4-BE49-F238E27FC236}">
                <a16:creationId xmlns:a16="http://schemas.microsoft.com/office/drawing/2014/main" id="{FC55F3DB-E75F-ADDF-8222-D3F62F2CCE82}"/>
              </a:ext>
            </a:extLst>
          </p:cNvPr>
          <p:cNvSpPr>
            <a:spLocks noGrp="1"/>
          </p:cNvSpPr>
          <p:nvPr>
            <p:ph type="pic" sz="quarter" idx="13" hasCustomPrompt="1"/>
          </p:nvPr>
        </p:nvSpPr>
        <p:spPr>
          <a:xfrm>
            <a:off x="274320" y="268573"/>
            <a:ext cx="3675888" cy="6327648"/>
          </a:xfrm>
          <a:custGeom>
            <a:avLst/>
            <a:gdLst>
              <a:gd name="connsiteX0" fmla="*/ 301545 w 3675888"/>
              <a:gd name="connsiteY0" fmla="*/ 0 h 6320854"/>
              <a:gd name="connsiteX1" fmla="*/ 3375347 w 3675888"/>
              <a:gd name="connsiteY1" fmla="*/ 0 h 6320854"/>
              <a:gd name="connsiteX2" fmla="*/ 3675888 w 3675888"/>
              <a:gd name="connsiteY2" fmla="*/ 300541 h 6320854"/>
              <a:gd name="connsiteX3" fmla="*/ 3675888 w 3675888"/>
              <a:gd name="connsiteY3" fmla="*/ 6025428 h 6320854"/>
              <a:gd name="connsiteX4" fmla="*/ 3492331 w 3675888"/>
              <a:gd name="connsiteY4" fmla="*/ 6302351 h 6320854"/>
              <a:gd name="connsiteX5" fmla="*/ 3400682 w 3675888"/>
              <a:gd name="connsiteY5" fmla="*/ 6320854 h 6320854"/>
              <a:gd name="connsiteX6" fmla="*/ 275206 w 3675888"/>
              <a:gd name="connsiteY6" fmla="*/ 6320854 h 6320854"/>
              <a:gd name="connsiteX7" fmla="*/ 186647 w 3675888"/>
              <a:gd name="connsiteY7" fmla="*/ 6302975 h 6320854"/>
              <a:gd name="connsiteX8" fmla="*/ 184171 w 3675888"/>
              <a:gd name="connsiteY8" fmla="*/ 6302204 h 6320854"/>
              <a:gd name="connsiteX9" fmla="*/ 114619 w 3675888"/>
              <a:gd name="connsiteY9" fmla="*/ 6259884 h 6320854"/>
              <a:gd name="connsiteX10" fmla="*/ 105939 w 3675888"/>
              <a:gd name="connsiteY10" fmla="*/ 6252721 h 6320854"/>
              <a:gd name="connsiteX11" fmla="*/ 51500 w 3675888"/>
              <a:gd name="connsiteY11" fmla="*/ 6192635 h 6320854"/>
              <a:gd name="connsiteX12" fmla="*/ 16622 w 3675888"/>
              <a:gd name="connsiteY12" fmla="*/ 6119873 h 6320854"/>
              <a:gd name="connsiteX13" fmla="*/ 12537 w 3675888"/>
              <a:gd name="connsiteY13" fmla="*/ 6106716 h 6320854"/>
              <a:gd name="connsiteX14" fmla="*/ 0 w 3675888"/>
              <a:gd name="connsiteY14" fmla="*/ 6023550 h 6320854"/>
              <a:gd name="connsiteX15" fmla="*/ 0 w 3675888"/>
              <a:gd name="connsiteY15" fmla="*/ 302420 h 6320854"/>
              <a:gd name="connsiteX16" fmla="*/ 301545 w 3675888"/>
              <a:gd name="connsiteY16" fmla="*/ 0 h 6320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675888" h="6320854">
                <a:moveTo>
                  <a:pt x="301545" y="0"/>
                </a:moveTo>
                <a:lnTo>
                  <a:pt x="3375347" y="0"/>
                </a:lnTo>
                <a:cubicBezTo>
                  <a:pt x="3541331" y="0"/>
                  <a:pt x="3675888" y="134557"/>
                  <a:pt x="3675888" y="300541"/>
                </a:cubicBezTo>
                <a:lnTo>
                  <a:pt x="3675888" y="6025428"/>
                </a:lnTo>
                <a:cubicBezTo>
                  <a:pt x="3675888" y="6149916"/>
                  <a:pt x="3600200" y="6256727"/>
                  <a:pt x="3492331" y="6302351"/>
                </a:cubicBezTo>
                <a:lnTo>
                  <a:pt x="3400682" y="6320854"/>
                </a:lnTo>
                <a:lnTo>
                  <a:pt x="275206" y="6320854"/>
                </a:lnTo>
                <a:lnTo>
                  <a:pt x="186647" y="6302975"/>
                </a:lnTo>
                <a:lnTo>
                  <a:pt x="184171" y="6302204"/>
                </a:lnTo>
                <a:lnTo>
                  <a:pt x="114619" y="6259884"/>
                </a:lnTo>
                <a:lnTo>
                  <a:pt x="105939" y="6252721"/>
                </a:lnTo>
                <a:lnTo>
                  <a:pt x="51500" y="6192635"/>
                </a:lnTo>
                <a:lnTo>
                  <a:pt x="16622" y="6119873"/>
                </a:lnTo>
                <a:lnTo>
                  <a:pt x="12537" y="6106716"/>
                </a:lnTo>
                <a:lnTo>
                  <a:pt x="0" y="6023550"/>
                </a:lnTo>
                <a:lnTo>
                  <a:pt x="0" y="302420"/>
                </a:lnTo>
                <a:cubicBezTo>
                  <a:pt x="0" y="135398"/>
                  <a:pt x="135007" y="0"/>
                  <a:pt x="301545"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188702" y="1143000"/>
            <a:ext cx="7241298" cy="5239512"/>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188702" y="6382981"/>
            <a:ext cx="2703777"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07BBC631-32E9-41B5-A4D6-F9BADFAA6AF1}" type="datetime1">
              <a:rPr lang="en-US" smtClean="0"/>
              <a:t>12/19/2025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183886936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2880" y="219456"/>
            <a:ext cx="7241297" cy="923544"/>
          </a:xfrm>
        </p:spPr>
        <p:txBody>
          <a:bodyPr anchor="t"/>
          <a:lstStyle>
            <a:lvl1pPr>
              <a:defRPr/>
            </a:lvl1pPr>
          </a:lstStyle>
          <a:p>
            <a:r>
              <a:rPr lang="en-US"/>
              <a:t>Click to edit Master title style</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182880" y="1143000"/>
            <a:ext cx="7241298" cy="5239512"/>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82880" y="6382981"/>
            <a:ext cx="2703777"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392093" y="6387128"/>
            <a:ext cx="1032084" cy="338328"/>
          </a:xfrm>
        </p:spPr>
        <p:txBody>
          <a:bodyPr/>
          <a:lstStyle>
            <a:lvl1pPr>
              <a:defRPr>
                <a:solidFill>
                  <a:schemeClr val="tx1"/>
                </a:solidFill>
                <a:effectLst/>
              </a:defRPr>
            </a:lvl1pPr>
          </a:lstStyle>
          <a:p>
            <a:fld id="{A84DF367-E34D-4C28-A660-DCABBED01BCF}" type="datetime1">
              <a:rPr lang="en-US" smtClean="0"/>
              <a:t>12/19/2025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7424177" y="6387128"/>
            <a:ext cx="457200" cy="338328"/>
          </a:xfrm>
        </p:spPr>
        <p:txBody>
          <a:bodyPr/>
          <a:lstStyle/>
          <a:p>
            <a:fld id="{C8116806-1FD2-4A57-B5EA-7014AB76383B}" type="slidenum">
              <a:rPr lang="en-US" smtClean="0"/>
              <a:t>‹#›</a:t>
            </a:fld>
            <a:endParaRPr lang="en-US"/>
          </a:p>
        </p:txBody>
      </p:sp>
      <p:sp>
        <p:nvSpPr>
          <p:cNvPr id="4" name="Picture Placeholder 9">
            <a:extLst>
              <a:ext uri="{FF2B5EF4-FFF2-40B4-BE49-F238E27FC236}">
                <a16:creationId xmlns:a16="http://schemas.microsoft.com/office/drawing/2014/main" id="{F47C8A4F-E753-8148-3650-49C421EB5479}"/>
              </a:ext>
            </a:extLst>
          </p:cNvPr>
          <p:cNvSpPr>
            <a:spLocks noGrp="1"/>
          </p:cNvSpPr>
          <p:nvPr>
            <p:ph type="pic" sz="quarter" idx="13" hasCustomPrompt="1"/>
          </p:nvPr>
        </p:nvSpPr>
        <p:spPr>
          <a:xfrm>
            <a:off x="8249412" y="268573"/>
            <a:ext cx="3675888" cy="6327648"/>
          </a:xfrm>
          <a:custGeom>
            <a:avLst/>
            <a:gdLst>
              <a:gd name="connsiteX0" fmla="*/ 301545 w 3675888"/>
              <a:gd name="connsiteY0" fmla="*/ 0 h 6320854"/>
              <a:gd name="connsiteX1" fmla="*/ 3375347 w 3675888"/>
              <a:gd name="connsiteY1" fmla="*/ 0 h 6320854"/>
              <a:gd name="connsiteX2" fmla="*/ 3675888 w 3675888"/>
              <a:gd name="connsiteY2" fmla="*/ 300541 h 6320854"/>
              <a:gd name="connsiteX3" fmla="*/ 3675888 w 3675888"/>
              <a:gd name="connsiteY3" fmla="*/ 6025428 h 6320854"/>
              <a:gd name="connsiteX4" fmla="*/ 3492331 w 3675888"/>
              <a:gd name="connsiteY4" fmla="*/ 6302351 h 6320854"/>
              <a:gd name="connsiteX5" fmla="*/ 3400682 w 3675888"/>
              <a:gd name="connsiteY5" fmla="*/ 6320854 h 6320854"/>
              <a:gd name="connsiteX6" fmla="*/ 275206 w 3675888"/>
              <a:gd name="connsiteY6" fmla="*/ 6320854 h 6320854"/>
              <a:gd name="connsiteX7" fmla="*/ 186647 w 3675888"/>
              <a:gd name="connsiteY7" fmla="*/ 6302975 h 6320854"/>
              <a:gd name="connsiteX8" fmla="*/ 184171 w 3675888"/>
              <a:gd name="connsiteY8" fmla="*/ 6302204 h 6320854"/>
              <a:gd name="connsiteX9" fmla="*/ 114619 w 3675888"/>
              <a:gd name="connsiteY9" fmla="*/ 6259883 h 6320854"/>
              <a:gd name="connsiteX10" fmla="*/ 105939 w 3675888"/>
              <a:gd name="connsiteY10" fmla="*/ 6252722 h 6320854"/>
              <a:gd name="connsiteX11" fmla="*/ 51500 w 3675888"/>
              <a:gd name="connsiteY11" fmla="*/ 6192635 h 6320854"/>
              <a:gd name="connsiteX12" fmla="*/ 16622 w 3675888"/>
              <a:gd name="connsiteY12" fmla="*/ 6119873 h 6320854"/>
              <a:gd name="connsiteX13" fmla="*/ 12538 w 3675888"/>
              <a:gd name="connsiteY13" fmla="*/ 6106716 h 6320854"/>
              <a:gd name="connsiteX14" fmla="*/ 0 w 3675888"/>
              <a:gd name="connsiteY14" fmla="*/ 6023550 h 6320854"/>
              <a:gd name="connsiteX15" fmla="*/ 0 w 3675888"/>
              <a:gd name="connsiteY15" fmla="*/ 302420 h 6320854"/>
              <a:gd name="connsiteX16" fmla="*/ 301545 w 3675888"/>
              <a:gd name="connsiteY16" fmla="*/ 0 h 6320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675888" h="6320854">
                <a:moveTo>
                  <a:pt x="301545" y="0"/>
                </a:moveTo>
                <a:lnTo>
                  <a:pt x="3375347" y="0"/>
                </a:lnTo>
                <a:cubicBezTo>
                  <a:pt x="3541331" y="0"/>
                  <a:pt x="3675888" y="134557"/>
                  <a:pt x="3675888" y="300541"/>
                </a:cubicBezTo>
                <a:lnTo>
                  <a:pt x="3675888" y="6025428"/>
                </a:lnTo>
                <a:cubicBezTo>
                  <a:pt x="3675888" y="6149916"/>
                  <a:pt x="3600200" y="6256727"/>
                  <a:pt x="3492331" y="6302351"/>
                </a:cubicBezTo>
                <a:lnTo>
                  <a:pt x="3400682" y="6320854"/>
                </a:lnTo>
                <a:lnTo>
                  <a:pt x="275206" y="6320854"/>
                </a:lnTo>
                <a:lnTo>
                  <a:pt x="186647" y="6302975"/>
                </a:lnTo>
                <a:lnTo>
                  <a:pt x="184171" y="6302204"/>
                </a:lnTo>
                <a:lnTo>
                  <a:pt x="114619" y="6259883"/>
                </a:lnTo>
                <a:lnTo>
                  <a:pt x="105939" y="6252722"/>
                </a:lnTo>
                <a:lnTo>
                  <a:pt x="51500" y="6192635"/>
                </a:lnTo>
                <a:lnTo>
                  <a:pt x="16622" y="6119873"/>
                </a:lnTo>
                <a:lnTo>
                  <a:pt x="12538" y="6106716"/>
                </a:lnTo>
                <a:lnTo>
                  <a:pt x="0" y="6023550"/>
                </a:lnTo>
                <a:lnTo>
                  <a:pt x="0" y="302420"/>
                </a:lnTo>
                <a:cubicBezTo>
                  <a:pt x="0" y="135398"/>
                  <a:pt x="135007" y="0"/>
                  <a:pt x="301545"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93636224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819900" y="219456"/>
            <a:ext cx="4689685" cy="1164658"/>
          </a:xfrm>
        </p:spPr>
        <p:txBody>
          <a:bodyPr anchor="t"/>
          <a:lstStyle/>
          <a:p>
            <a:r>
              <a:rPr lang="en-US"/>
              <a:t>Click to edit Master title style</a:t>
            </a:r>
          </a:p>
        </p:txBody>
      </p:sp>
      <p:sp>
        <p:nvSpPr>
          <p:cNvPr id="12" name="Picture Placeholder 11">
            <a:extLst>
              <a:ext uri="{FF2B5EF4-FFF2-40B4-BE49-F238E27FC236}">
                <a16:creationId xmlns:a16="http://schemas.microsoft.com/office/drawing/2014/main" id="{8B393C6F-81AD-C678-191F-0FD783654DC1}"/>
              </a:ext>
            </a:extLst>
          </p:cNvPr>
          <p:cNvSpPr>
            <a:spLocks noGrp="1"/>
          </p:cNvSpPr>
          <p:nvPr>
            <p:ph type="pic" sz="quarter" idx="13" hasCustomPrompt="1"/>
          </p:nvPr>
        </p:nvSpPr>
        <p:spPr>
          <a:xfrm>
            <a:off x="274320" y="266700"/>
            <a:ext cx="6292984" cy="6324600"/>
          </a:xfrm>
          <a:custGeom>
            <a:avLst/>
            <a:gdLst>
              <a:gd name="connsiteX0" fmla="*/ 300805 w 6292984"/>
              <a:gd name="connsiteY0" fmla="*/ 0 h 6324600"/>
              <a:gd name="connsiteX1" fmla="*/ 5992179 w 6292984"/>
              <a:gd name="connsiteY1" fmla="*/ 0 h 6324600"/>
              <a:gd name="connsiteX2" fmla="*/ 6292984 w 6292984"/>
              <a:gd name="connsiteY2" fmla="*/ 300805 h 6324600"/>
              <a:gd name="connsiteX3" fmla="*/ 6292984 w 6292984"/>
              <a:gd name="connsiteY3" fmla="*/ 6023795 h 6324600"/>
              <a:gd name="connsiteX4" fmla="*/ 5992179 w 6292984"/>
              <a:gd name="connsiteY4" fmla="*/ 6324600 h 6324600"/>
              <a:gd name="connsiteX5" fmla="*/ 300805 w 6292984"/>
              <a:gd name="connsiteY5" fmla="*/ 6324600 h 6324600"/>
              <a:gd name="connsiteX6" fmla="*/ 0 w 6292984"/>
              <a:gd name="connsiteY6" fmla="*/ 6023795 h 6324600"/>
              <a:gd name="connsiteX7" fmla="*/ 0 w 6292984"/>
              <a:gd name="connsiteY7" fmla="*/ 300805 h 6324600"/>
              <a:gd name="connsiteX8" fmla="*/ 300805 w 6292984"/>
              <a:gd name="connsiteY8" fmla="*/ 0 h 6324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92984" h="6324600">
                <a:moveTo>
                  <a:pt x="300805" y="0"/>
                </a:moveTo>
                <a:lnTo>
                  <a:pt x="5992179" y="0"/>
                </a:lnTo>
                <a:cubicBezTo>
                  <a:pt x="6158309" y="0"/>
                  <a:pt x="6292984" y="134675"/>
                  <a:pt x="6292984" y="300805"/>
                </a:cubicBezTo>
                <a:lnTo>
                  <a:pt x="6292984" y="6023795"/>
                </a:lnTo>
                <a:cubicBezTo>
                  <a:pt x="6292984" y="6189925"/>
                  <a:pt x="6158309" y="6324600"/>
                  <a:pt x="5992179" y="6324600"/>
                </a:cubicBezTo>
                <a:lnTo>
                  <a:pt x="300805" y="6324600"/>
                </a:lnTo>
                <a:cubicBezTo>
                  <a:pt x="134675" y="6324600"/>
                  <a:pt x="0" y="6189925"/>
                  <a:pt x="0" y="6023795"/>
                </a:cubicBezTo>
                <a:lnTo>
                  <a:pt x="0" y="300805"/>
                </a:lnTo>
                <a:cubicBezTo>
                  <a:pt x="0" y="134675"/>
                  <a:pt x="134675" y="0"/>
                  <a:pt x="300805"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6819900" y="1378227"/>
            <a:ext cx="4689684" cy="4888985"/>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819900" y="6387737"/>
            <a:ext cx="2970477"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00FFB8A6-6C87-4FAE-893A-7B00285062B3}" type="datetime1">
              <a:rPr lang="en-US" smtClean="0"/>
              <a:t>12/19/2025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68313495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5855" y="219456"/>
            <a:ext cx="4717429" cy="1180888"/>
          </a:xfrm>
        </p:spPr>
        <p:txBody>
          <a:bodyPr anchor="t"/>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185855" y="1400344"/>
            <a:ext cx="4729045" cy="4871473"/>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588172" y="6390795"/>
            <a:ext cx="1298784" cy="338328"/>
          </a:xfrm>
        </p:spPr>
        <p:txBody>
          <a:bodyPr/>
          <a:lstStyle/>
          <a:p>
            <a:fld id="{5489A3B8-AADB-439D-85B5-E9ACAFD37972}" type="datetime1">
              <a:rPr lang="en-US" smtClean="0"/>
              <a:t>12/19/2025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886956" y="6390795"/>
            <a:ext cx="457200" cy="338328"/>
          </a:xfrm>
        </p:spPr>
        <p:txBody>
          <a:bodyPr/>
          <a:lstStyle>
            <a:lvl1pPr>
              <a:defRPr>
                <a:solidFill>
                  <a:schemeClr val="tx1"/>
                </a:solidFill>
                <a:effectLst/>
              </a:defRPr>
            </a:lvl1pPr>
          </a:lstStyle>
          <a:p>
            <a:fld id="{C8116806-1FD2-4A57-B5EA-7014AB76383B}" type="slidenum">
              <a:rPr lang="en-US" smtClean="0"/>
              <a:t>‹#›</a:t>
            </a:fld>
            <a:endParaRPr lang="en-US"/>
          </a:p>
        </p:txBody>
      </p:sp>
      <p:sp>
        <p:nvSpPr>
          <p:cNvPr id="4" name="Picture Placeholder 3">
            <a:extLst>
              <a:ext uri="{FF2B5EF4-FFF2-40B4-BE49-F238E27FC236}">
                <a16:creationId xmlns:a16="http://schemas.microsoft.com/office/drawing/2014/main" id="{00846273-A5CB-BDCB-C625-903F863EC307}"/>
              </a:ext>
            </a:extLst>
          </p:cNvPr>
          <p:cNvSpPr>
            <a:spLocks noGrp="1"/>
          </p:cNvSpPr>
          <p:nvPr>
            <p:ph type="pic" sz="quarter" idx="13" hasCustomPrompt="1"/>
          </p:nvPr>
        </p:nvSpPr>
        <p:spPr>
          <a:xfrm>
            <a:off x="5600703" y="266700"/>
            <a:ext cx="6324469" cy="6324600"/>
          </a:xfrm>
          <a:custGeom>
            <a:avLst/>
            <a:gdLst>
              <a:gd name="connsiteX0" fmla="*/ 269395 w 6111507"/>
              <a:gd name="connsiteY0" fmla="*/ 0 h 6172338"/>
              <a:gd name="connsiteX1" fmla="*/ 5842112 w 6111507"/>
              <a:gd name="connsiteY1" fmla="*/ 0 h 6172338"/>
              <a:gd name="connsiteX2" fmla="*/ 6111507 w 6111507"/>
              <a:gd name="connsiteY2" fmla="*/ 268145 h 6172338"/>
              <a:gd name="connsiteX3" fmla="*/ 6111507 w 6111507"/>
              <a:gd name="connsiteY3" fmla="*/ 5904194 h 6172338"/>
              <a:gd name="connsiteX4" fmla="*/ 5842112 w 6111507"/>
              <a:gd name="connsiteY4" fmla="*/ 6172338 h 6172338"/>
              <a:gd name="connsiteX5" fmla="*/ 269395 w 6111507"/>
              <a:gd name="connsiteY5" fmla="*/ 6172338 h 6172338"/>
              <a:gd name="connsiteX6" fmla="*/ 0 w 6111507"/>
              <a:gd name="connsiteY6" fmla="*/ 5904194 h 6172338"/>
              <a:gd name="connsiteX7" fmla="*/ 0 w 6111507"/>
              <a:gd name="connsiteY7" fmla="*/ 268145 h 6172338"/>
              <a:gd name="connsiteX8" fmla="*/ 269395 w 6111507"/>
              <a:gd name="connsiteY8" fmla="*/ 0 h 6172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11507" h="6172338">
                <a:moveTo>
                  <a:pt x="269395" y="0"/>
                </a:moveTo>
                <a:lnTo>
                  <a:pt x="5842112" y="0"/>
                </a:lnTo>
                <a:cubicBezTo>
                  <a:pt x="5990895" y="0"/>
                  <a:pt x="6111507" y="120052"/>
                  <a:pt x="6111507" y="268145"/>
                </a:cubicBezTo>
                <a:lnTo>
                  <a:pt x="6111507" y="5904194"/>
                </a:lnTo>
                <a:cubicBezTo>
                  <a:pt x="6111507" y="6052286"/>
                  <a:pt x="5990895" y="6172338"/>
                  <a:pt x="5842112" y="6172338"/>
                </a:cubicBezTo>
                <a:lnTo>
                  <a:pt x="269395" y="6172338"/>
                </a:lnTo>
                <a:cubicBezTo>
                  <a:pt x="120612" y="6172338"/>
                  <a:pt x="0" y="6052286"/>
                  <a:pt x="0" y="5904194"/>
                </a:cubicBezTo>
                <a:lnTo>
                  <a:pt x="0" y="268145"/>
                </a:lnTo>
                <a:cubicBezTo>
                  <a:pt x="0" y="120052"/>
                  <a:pt x="120612" y="0"/>
                  <a:pt x="269395"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209838419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2881" y="220869"/>
            <a:ext cx="2941319" cy="3088635"/>
          </a:xfrm>
        </p:spPr>
        <p:txBody>
          <a:bodyPr anchor="t"/>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3532114" y="220869"/>
            <a:ext cx="4594371" cy="6166259"/>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658174" y="6387128"/>
            <a:ext cx="1032084" cy="338328"/>
          </a:xfrm>
        </p:spPr>
        <p:txBody>
          <a:bodyPr/>
          <a:lstStyle/>
          <a:p>
            <a:fld id="{DF254B70-5EAB-445B-A3CD-C14D0B8ACD0C}" type="datetime1">
              <a:rPr lang="en-US" smtClean="0"/>
              <a:t>12/19/2025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7690258" y="6387128"/>
            <a:ext cx="457200" cy="338328"/>
          </a:xfrm>
        </p:spPr>
        <p:txBody>
          <a:bodyPr/>
          <a:lstStyle>
            <a:lvl1pPr>
              <a:defRPr>
                <a:solidFill>
                  <a:schemeClr val="tx1"/>
                </a:solidFill>
                <a:effectLst/>
              </a:defRPr>
            </a:lvl1pPr>
          </a:lstStyle>
          <a:p>
            <a:fld id="{C8116806-1FD2-4A57-B5EA-7014AB76383B}" type="slidenum">
              <a:rPr lang="en-US" smtClean="0"/>
              <a:t>‹#›</a:t>
            </a:fld>
            <a:endParaRPr lang="en-US"/>
          </a:p>
        </p:txBody>
      </p:sp>
      <p:sp>
        <p:nvSpPr>
          <p:cNvPr id="4" name="Picture Placeholder 3">
            <a:extLst>
              <a:ext uri="{FF2B5EF4-FFF2-40B4-BE49-F238E27FC236}">
                <a16:creationId xmlns:a16="http://schemas.microsoft.com/office/drawing/2014/main" id="{26FEEE5C-15B3-8386-23D3-B6B236C668F2}"/>
              </a:ext>
            </a:extLst>
          </p:cNvPr>
          <p:cNvSpPr>
            <a:spLocks noGrp="1"/>
          </p:cNvSpPr>
          <p:nvPr>
            <p:ph type="pic" sz="quarter" idx="13" hasCustomPrompt="1"/>
          </p:nvPr>
        </p:nvSpPr>
        <p:spPr>
          <a:xfrm>
            <a:off x="8534400" y="269080"/>
            <a:ext cx="3390900" cy="6327648"/>
          </a:xfrm>
          <a:custGeom>
            <a:avLst/>
            <a:gdLst>
              <a:gd name="connsiteX0" fmla="*/ 292116 w 3808553"/>
              <a:gd name="connsiteY0" fmla="*/ 0 h 6172200"/>
              <a:gd name="connsiteX1" fmla="*/ 3516437 w 3808553"/>
              <a:gd name="connsiteY1" fmla="*/ 0 h 6172200"/>
              <a:gd name="connsiteX2" fmla="*/ 3808553 w 3808553"/>
              <a:gd name="connsiteY2" fmla="*/ 292116 h 6172200"/>
              <a:gd name="connsiteX3" fmla="*/ 3808553 w 3808553"/>
              <a:gd name="connsiteY3" fmla="*/ 5880084 h 6172200"/>
              <a:gd name="connsiteX4" fmla="*/ 3516437 w 3808553"/>
              <a:gd name="connsiteY4" fmla="*/ 6172200 h 6172200"/>
              <a:gd name="connsiteX5" fmla="*/ 292116 w 3808553"/>
              <a:gd name="connsiteY5" fmla="*/ 6172200 h 6172200"/>
              <a:gd name="connsiteX6" fmla="*/ 0 w 3808553"/>
              <a:gd name="connsiteY6" fmla="*/ 5880084 h 6172200"/>
              <a:gd name="connsiteX7" fmla="*/ 0 w 3808553"/>
              <a:gd name="connsiteY7" fmla="*/ 292116 h 6172200"/>
              <a:gd name="connsiteX8" fmla="*/ 292116 w 3808553"/>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08553" h="6172200">
                <a:moveTo>
                  <a:pt x="292116" y="0"/>
                </a:moveTo>
                <a:lnTo>
                  <a:pt x="3516437" y="0"/>
                </a:lnTo>
                <a:cubicBezTo>
                  <a:pt x="3677768" y="0"/>
                  <a:pt x="3808553" y="130785"/>
                  <a:pt x="3808553" y="292116"/>
                </a:cubicBezTo>
                <a:lnTo>
                  <a:pt x="3808553" y="5880084"/>
                </a:lnTo>
                <a:cubicBezTo>
                  <a:pt x="3808553" y="6041415"/>
                  <a:pt x="3677768" y="6172200"/>
                  <a:pt x="3516437" y="6172200"/>
                </a:cubicBezTo>
                <a:lnTo>
                  <a:pt x="292116" y="6172200"/>
                </a:lnTo>
                <a:cubicBezTo>
                  <a:pt x="130785" y="6172200"/>
                  <a:pt x="0" y="6041415"/>
                  <a:pt x="0" y="5880084"/>
                </a:cubicBezTo>
                <a:lnTo>
                  <a:pt x="0" y="292116"/>
                </a:lnTo>
                <a:cubicBezTo>
                  <a:pt x="0" y="130785"/>
                  <a:pt x="130785" y="0"/>
                  <a:pt x="292116"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327644719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2881" y="220869"/>
            <a:ext cx="3208020" cy="3088635"/>
          </a:xfrm>
        </p:spPr>
        <p:txBody>
          <a:bodyPr anchor="t"/>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Sample Footer Text</a:t>
            </a:r>
          </a:p>
        </p:txBody>
      </p:sp>
      <p:sp>
        <p:nvSpPr>
          <p:cNvPr id="4" name="Picture Placeholder 3">
            <a:extLst>
              <a:ext uri="{FF2B5EF4-FFF2-40B4-BE49-F238E27FC236}">
                <a16:creationId xmlns:a16="http://schemas.microsoft.com/office/drawing/2014/main" id="{26FEEE5C-15B3-8386-23D3-B6B236C668F2}"/>
              </a:ext>
            </a:extLst>
          </p:cNvPr>
          <p:cNvSpPr>
            <a:spLocks noGrp="1"/>
          </p:cNvSpPr>
          <p:nvPr>
            <p:ph type="pic" sz="quarter" idx="13" hasCustomPrompt="1"/>
          </p:nvPr>
        </p:nvSpPr>
        <p:spPr>
          <a:xfrm>
            <a:off x="4686300" y="266700"/>
            <a:ext cx="3500538" cy="6324600"/>
          </a:xfrm>
          <a:custGeom>
            <a:avLst/>
            <a:gdLst>
              <a:gd name="connsiteX0" fmla="*/ 292116 w 3808553"/>
              <a:gd name="connsiteY0" fmla="*/ 0 h 6172200"/>
              <a:gd name="connsiteX1" fmla="*/ 3516437 w 3808553"/>
              <a:gd name="connsiteY1" fmla="*/ 0 h 6172200"/>
              <a:gd name="connsiteX2" fmla="*/ 3808553 w 3808553"/>
              <a:gd name="connsiteY2" fmla="*/ 292116 h 6172200"/>
              <a:gd name="connsiteX3" fmla="*/ 3808553 w 3808553"/>
              <a:gd name="connsiteY3" fmla="*/ 5880084 h 6172200"/>
              <a:gd name="connsiteX4" fmla="*/ 3516437 w 3808553"/>
              <a:gd name="connsiteY4" fmla="*/ 6172200 h 6172200"/>
              <a:gd name="connsiteX5" fmla="*/ 292116 w 3808553"/>
              <a:gd name="connsiteY5" fmla="*/ 6172200 h 6172200"/>
              <a:gd name="connsiteX6" fmla="*/ 0 w 3808553"/>
              <a:gd name="connsiteY6" fmla="*/ 5880084 h 6172200"/>
              <a:gd name="connsiteX7" fmla="*/ 0 w 3808553"/>
              <a:gd name="connsiteY7" fmla="*/ 292116 h 6172200"/>
              <a:gd name="connsiteX8" fmla="*/ 292116 w 3808553"/>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08553" h="6172200">
                <a:moveTo>
                  <a:pt x="292116" y="0"/>
                </a:moveTo>
                <a:lnTo>
                  <a:pt x="3516437" y="0"/>
                </a:lnTo>
                <a:cubicBezTo>
                  <a:pt x="3677768" y="0"/>
                  <a:pt x="3808553" y="130785"/>
                  <a:pt x="3808553" y="292116"/>
                </a:cubicBezTo>
                <a:lnTo>
                  <a:pt x="3808553" y="5880084"/>
                </a:lnTo>
                <a:cubicBezTo>
                  <a:pt x="3808553" y="6041415"/>
                  <a:pt x="3677768" y="6172200"/>
                  <a:pt x="3516437" y="6172200"/>
                </a:cubicBezTo>
                <a:lnTo>
                  <a:pt x="292116" y="6172200"/>
                </a:lnTo>
                <a:cubicBezTo>
                  <a:pt x="130785" y="6172200"/>
                  <a:pt x="0" y="6041415"/>
                  <a:pt x="0" y="5880084"/>
                </a:cubicBezTo>
                <a:lnTo>
                  <a:pt x="0" y="292116"/>
                </a:lnTo>
                <a:cubicBezTo>
                  <a:pt x="0" y="130785"/>
                  <a:pt x="130785" y="0"/>
                  <a:pt x="292116"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8461087" y="220870"/>
            <a:ext cx="3200400" cy="6055554"/>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64C28399-DE27-4A8B-8419-0512D16F4926}" type="datetime1">
              <a:rPr lang="en-US" smtClean="0"/>
              <a:t>12/19/2025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123372408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513755" y="219456"/>
            <a:ext cx="3891435" cy="1225339"/>
          </a:xfrm>
        </p:spPr>
        <p:txBody>
          <a:bodyPr anchor="t"/>
          <a:lstStyle/>
          <a:p>
            <a:r>
              <a:rPr lang="en-US"/>
              <a:t>Click to edit Master title style</a:t>
            </a:r>
          </a:p>
        </p:txBody>
      </p:sp>
      <p:sp>
        <p:nvSpPr>
          <p:cNvPr id="14" name="Picture Placeholder 13">
            <a:extLst>
              <a:ext uri="{FF2B5EF4-FFF2-40B4-BE49-F238E27FC236}">
                <a16:creationId xmlns:a16="http://schemas.microsoft.com/office/drawing/2014/main" id="{B3BE62AC-2855-BB28-0282-25CA658273E5}"/>
              </a:ext>
            </a:extLst>
          </p:cNvPr>
          <p:cNvSpPr>
            <a:spLocks noGrp="1"/>
          </p:cNvSpPr>
          <p:nvPr>
            <p:ph type="pic" sz="quarter" idx="13" hasCustomPrompt="1"/>
          </p:nvPr>
        </p:nvSpPr>
        <p:spPr>
          <a:xfrm>
            <a:off x="270473" y="265176"/>
            <a:ext cx="6984636" cy="6327648"/>
          </a:xfrm>
          <a:custGeom>
            <a:avLst/>
            <a:gdLst>
              <a:gd name="connsiteX0" fmla="*/ 302565 w 7228936"/>
              <a:gd name="connsiteY0" fmla="*/ 0 h 6316602"/>
              <a:gd name="connsiteX1" fmla="*/ 6926371 w 7228936"/>
              <a:gd name="connsiteY1" fmla="*/ 0 h 6316602"/>
              <a:gd name="connsiteX2" fmla="*/ 7228936 w 7228936"/>
              <a:gd name="connsiteY2" fmla="*/ 302565 h 6316602"/>
              <a:gd name="connsiteX3" fmla="*/ 7228936 w 7228936"/>
              <a:gd name="connsiteY3" fmla="*/ 6014037 h 6316602"/>
              <a:gd name="connsiteX4" fmla="*/ 6926371 w 7228936"/>
              <a:gd name="connsiteY4" fmla="*/ 6316602 h 6316602"/>
              <a:gd name="connsiteX5" fmla="*/ 302565 w 7228936"/>
              <a:gd name="connsiteY5" fmla="*/ 6316602 h 6316602"/>
              <a:gd name="connsiteX6" fmla="*/ 0 w 7228936"/>
              <a:gd name="connsiteY6" fmla="*/ 6014037 h 6316602"/>
              <a:gd name="connsiteX7" fmla="*/ 0 w 7228936"/>
              <a:gd name="connsiteY7" fmla="*/ 302565 h 6316602"/>
              <a:gd name="connsiteX8" fmla="*/ 302565 w 7228936"/>
              <a:gd name="connsiteY8" fmla="*/ 0 h 63166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28936" h="6316602">
                <a:moveTo>
                  <a:pt x="302565" y="0"/>
                </a:moveTo>
                <a:lnTo>
                  <a:pt x="6926371" y="0"/>
                </a:lnTo>
                <a:cubicBezTo>
                  <a:pt x="7093473" y="0"/>
                  <a:pt x="7228936" y="135463"/>
                  <a:pt x="7228936" y="302565"/>
                </a:cubicBezTo>
                <a:lnTo>
                  <a:pt x="7228936" y="6014037"/>
                </a:lnTo>
                <a:cubicBezTo>
                  <a:pt x="7228936" y="6181139"/>
                  <a:pt x="7093473" y="6316602"/>
                  <a:pt x="6926371" y="6316602"/>
                </a:cubicBezTo>
                <a:lnTo>
                  <a:pt x="302565" y="6316602"/>
                </a:lnTo>
                <a:cubicBezTo>
                  <a:pt x="135463" y="6316602"/>
                  <a:pt x="0" y="6181139"/>
                  <a:pt x="0" y="6014037"/>
                </a:cubicBezTo>
                <a:lnTo>
                  <a:pt x="0" y="302565"/>
                </a:lnTo>
                <a:cubicBezTo>
                  <a:pt x="0" y="135463"/>
                  <a:pt x="135463" y="0"/>
                  <a:pt x="302565"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513753" y="1435652"/>
            <a:ext cx="3891435" cy="4833862"/>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515079" y="6387128"/>
            <a:ext cx="2703777"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19F43114-67DF-4FA3-9285-385EAC7FCBCA}" type="datetime1">
              <a:rPr lang="en-US" smtClean="0"/>
              <a:t>12/19/2025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298103931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5856" y="219457"/>
            <a:ext cx="4026915" cy="1303534"/>
          </a:xfrm>
        </p:spPr>
        <p:txBody>
          <a:bodyPr anchor="t"/>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185855" y="1522992"/>
            <a:ext cx="4026916" cy="4748826"/>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199660" y="6387128"/>
            <a:ext cx="1032084" cy="338328"/>
          </a:xfrm>
        </p:spPr>
        <p:txBody>
          <a:bodyPr/>
          <a:lstStyle/>
          <a:p>
            <a:fld id="{1217BF59-E0D5-409C-8A6B-0F803A4B6315}" type="datetime1">
              <a:rPr lang="en-US" smtClean="0"/>
              <a:t>12/19/2025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231744" y="6387128"/>
            <a:ext cx="457200" cy="338328"/>
          </a:xfrm>
        </p:spPr>
        <p:txBody>
          <a:bodyPr/>
          <a:lstStyle>
            <a:lvl1pPr>
              <a:defRPr>
                <a:solidFill>
                  <a:schemeClr val="tx1"/>
                </a:solidFill>
                <a:effectLst/>
              </a:defRPr>
            </a:lvl1pPr>
          </a:lstStyle>
          <a:p>
            <a:fld id="{C8116806-1FD2-4A57-B5EA-7014AB76383B}" type="slidenum">
              <a:rPr lang="en-US" smtClean="0"/>
              <a:t>‹#›</a:t>
            </a:fld>
            <a:endParaRPr lang="en-US"/>
          </a:p>
        </p:txBody>
      </p:sp>
      <p:sp>
        <p:nvSpPr>
          <p:cNvPr id="4" name="Picture Placeholder 3">
            <a:extLst>
              <a:ext uri="{FF2B5EF4-FFF2-40B4-BE49-F238E27FC236}">
                <a16:creationId xmlns:a16="http://schemas.microsoft.com/office/drawing/2014/main" id="{00846273-A5CB-BDCB-C625-903F863EC307}"/>
              </a:ext>
            </a:extLst>
          </p:cNvPr>
          <p:cNvSpPr>
            <a:spLocks noGrp="1"/>
          </p:cNvSpPr>
          <p:nvPr>
            <p:ph type="pic" sz="quarter" idx="13" hasCustomPrompt="1"/>
          </p:nvPr>
        </p:nvSpPr>
        <p:spPr>
          <a:xfrm>
            <a:off x="4914900" y="265943"/>
            <a:ext cx="7010400" cy="6325357"/>
          </a:xfrm>
          <a:custGeom>
            <a:avLst/>
            <a:gdLst>
              <a:gd name="connsiteX0" fmla="*/ 269395 w 6111507"/>
              <a:gd name="connsiteY0" fmla="*/ 0 h 6172338"/>
              <a:gd name="connsiteX1" fmla="*/ 5842112 w 6111507"/>
              <a:gd name="connsiteY1" fmla="*/ 0 h 6172338"/>
              <a:gd name="connsiteX2" fmla="*/ 6111507 w 6111507"/>
              <a:gd name="connsiteY2" fmla="*/ 268145 h 6172338"/>
              <a:gd name="connsiteX3" fmla="*/ 6111507 w 6111507"/>
              <a:gd name="connsiteY3" fmla="*/ 5904194 h 6172338"/>
              <a:gd name="connsiteX4" fmla="*/ 5842112 w 6111507"/>
              <a:gd name="connsiteY4" fmla="*/ 6172338 h 6172338"/>
              <a:gd name="connsiteX5" fmla="*/ 269395 w 6111507"/>
              <a:gd name="connsiteY5" fmla="*/ 6172338 h 6172338"/>
              <a:gd name="connsiteX6" fmla="*/ 0 w 6111507"/>
              <a:gd name="connsiteY6" fmla="*/ 5904194 h 6172338"/>
              <a:gd name="connsiteX7" fmla="*/ 0 w 6111507"/>
              <a:gd name="connsiteY7" fmla="*/ 268145 h 6172338"/>
              <a:gd name="connsiteX8" fmla="*/ 269395 w 6111507"/>
              <a:gd name="connsiteY8" fmla="*/ 0 h 6172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11507" h="6172338">
                <a:moveTo>
                  <a:pt x="269395" y="0"/>
                </a:moveTo>
                <a:lnTo>
                  <a:pt x="5842112" y="0"/>
                </a:lnTo>
                <a:cubicBezTo>
                  <a:pt x="5990895" y="0"/>
                  <a:pt x="6111507" y="120052"/>
                  <a:pt x="6111507" y="268145"/>
                </a:cubicBezTo>
                <a:lnTo>
                  <a:pt x="6111507" y="5904194"/>
                </a:lnTo>
                <a:cubicBezTo>
                  <a:pt x="6111507" y="6052286"/>
                  <a:pt x="5990895" y="6172338"/>
                  <a:pt x="5842112" y="6172338"/>
                </a:cubicBezTo>
                <a:lnTo>
                  <a:pt x="269395" y="6172338"/>
                </a:lnTo>
                <a:cubicBezTo>
                  <a:pt x="120612" y="6172338"/>
                  <a:pt x="0" y="6052286"/>
                  <a:pt x="0" y="5904194"/>
                </a:cubicBezTo>
                <a:lnTo>
                  <a:pt x="0" y="268145"/>
                </a:lnTo>
                <a:cubicBezTo>
                  <a:pt x="0" y="120052"/>
                  <a:pt x="120612" y="0"/>
                  <a:pt x="269395"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408686540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459071" y="219456"/>
            <a:ext cx="3162300" cy="1849198"/>
          </a:xfrm>
        </p:spPr>
        <p:txBody>
          <a:bodyPr anchor="t"/>
          <a:lstStyle/>
          <a:p>
            <a:r>
              <a:rPr lang="en-US"/>
              <a:t>Click to edit Master title style</a:t>
            </a:r>
          </a:p>
        </p:txBody>
      </p:sp>
      <p:sp>
        <p:nvSpPr>
          <p:cNvPr id="11" name="Picture Placeholder 10">
            <a:extLst>
              <a:ext uri="{FF2B5EF4-FFF2-40B4-BE49-F238E27FC236}">
                <a16:creationId xmlns:a16="http://schemas.microsoft.com/office/drawing/2014/main" id="{4C1BE581-FB1F-EE1A-8946-9FA6FC25C11B}"/>
              </a:ext>
            </a:extLst>
          </p:cNvPr>
          <p:cNvSpPr>
            <a:spLocks noGrp="1"/>
          </p:cNvSpPr>
          <p:nvPr>
            <p:ph type="pic" sz="quarter" idx="13" hasCustomPrompt="1"/>
          </p:nvPr>
        </p:nvSpPr>
        <p:spPr>
          <a:xfrm>
            <a:off x="274320" y="266700"/>
            <a:ext cx="7924800" cy="6324600"/>
          </a:xfrm>
          <a:custGeom>
            <a:avLst/>
            <a:gdLst>
              <a:gd name="connsiteX0" fmla="*/ 293082 w 7924800"/>
              <a:gd name="connsiteY0" fmla="*/ 0 h 6324600"/>
              <a:gd name="connsiteX1" fmla="*/ 7631718 w 7924800"/>
              <a:gd name="connsiteY1" fmla="*/ 0 h 6324600"/>
              <a:gd name="connsiteX2" fmla="*/ 7924800 w 7924800"/>
              <a:gd name="connsiteY2" fmla="*/ 293082 h 6324600"/>
              <a:gd name="connsiteX3" fmla="*/ 7924800 w 7924800"/>
              <a:gd name="connsiteY3" fmla="*/ 6031518 h 6324600"/>
              <a:gd name="connsiteX4" fmla="*/ 7631718 w 7924800"/>
              <a:gd name="connsiteY4" fmla="*/ 6324600 h 6324600"/>
              <a:gd name="connsiteX5" fmla="*/ 293082 w 7924800"/>
              <a:gd name="connsiteY5" fmla="*/ 6324600 h 6324600"/>
              <a:gd name="connsiteX6" fmla="*/ 0 w 7924800"/>
              <a:gd name="connsiteY6" fmla="*/ 6031518 h 6324600"/>
              <a:gd name="connsiteX7" fmla="*/ 0 w 7924800"/>
              <a:gd name="connsiteY7" fmla="*/ 293082 h 6324600"/>
              <a:gd name="connsiteX8" fmla="*/ 293082 w 7924800"/>
              <a:gd name="connsiteY8" fmla="*/ 0 h 6324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924800" h="6324600">
                <a:moveTo>
                  <a:pt x="293082" y="0"/>
                </a:moveTo>
                <a:lnTo>
                  <a:pt x="7631718" y="0"/>
                </a:lnTo>
                <a:cubicBezTo>
                  <a:pt x="7793583" y="0"/>
                  <a:pt x="7924800" y="131217"/>
                  <a:pt x="7924800" y="293082"/>
                </a:cubicBezTo>
                <a:lnTo>
                  <a:pt x="7924800" y="6031518"/>
                </a:lnTo>
                <a:cubicBezTo>
                  <a:pt x="7924800" y="6193383"/>
                  <a:pt x="7793583" y="6324600"/>
                  <a:pt x="7631718" y="6324600"/>
                </a:cubicBezTo>
                <a:lnTo>
                  <a:pt x="293082" y="6324600"/>
                </a:lnTo>
                <a:cubicBezTo>
                  <a:pt x="131217" y="6324600"/>
                  <a:pt x="0" y="6193383"/>
                  <a:pt x="0" y="6031518"/>
                </a:cubicBezTo>
                <a:lnTo>
                  <a:pt x="0" y="293082"/>
                </a:lnTo>
                <a:cubicBezTo>
                  <a:pt x="0" y="131217"/>
                  <a:pt x="131217" y="0"/>
                  <a:pt x="293082"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459071" y="2111514"/>
            <a:ext cx="3162300" cy="4158000"/>
          </a:xfrm>
        </p:spPr>
        <p:txBody>
          <a:bodyPr vert="horz" lIns="91440" tIns="45720" rIns="91440" bIns="45720" rtlCol="0" anchor="b">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459072" y="6387737"/>
            <a:ext cx="1983112"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477500" y="6390795"/>
            <a:ext cx="1032084" cy="338328"/>
          </a:xfrm>
        </p:spPr>
        <p:txBody>
          <a:bodyPr/>
          <a:lstStyle>
            <a:lvl1pPr>
              <a:defRPr>
                <a:solidFill>
                  <a:schemeClr val="tx1"/>
                </a:solidFill>
                <a:effectLst/>
              </a:defRPr>
            </a:lvl1pPr>
          </a:lstStyle>
          <a:p>
            <a:fld id="{6AC6ED7C-CAEB-4C33-83BF-788B8A76A11C}" type="datetime1">
              <a:rPr lang="en-US" smtClean="0"/>
              <a:t>12/19/2025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195929282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5854" y="219456"/>
            <a:ext cx="3234982" cy="1577218"/>
          </a:xfrm>
        </p:spPr>
        <p:txBody>
          <a:bodyPr anchor="t"/>
          <a:lstStyle/>
          <a:p>
            <a:r>
              <a:rPr lang="en-US"/>
              <a:t>Click to edit Master title style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185854" y="1796675"/>
            <a:ext cx="3234982" cy="4471476"/>
          </a:xfrm>
        </p:spPr>
        <p:txBody>
          <a:bodyPr vert="horz" lIns="91440" tIns="45720" rIns="91440" bIns="45720" rtlCol="0" anchor="b">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78705" y="6387128"/>
            <a:ext cx="2095770"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2206416" y="6390795"/>
            <a:ext cx="1032084" cy="338328"/>
          </a:xfrm>
        </p:spPr>
        <p:txBody>
          <a:bodyPr/>
          <a:lstStyle>
            <a:lvl1pPr>
              <a:defRPr>
                <a:solidFill>
                  <a:schemeClr val="tx1"/>
                </a:solidFill>
                <a:effectLst/>
              </a:defRPr>
            </a:lvl1pPr>
          </a:lstStyle>
          <a:p>
            <a:fld id="{BB0B5C10-8896-4A25-9ADC-0DE16BEA40F9}" type="datetime1">
              <a:rPr lang="en-US" smtClean="0"/>
              <a:t>12/19/2025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3238500" y="6390795"/>
            <a:ext cx="457200" cy="338328"/>
          </a:xfrm>
        </p:spPr>
        <p:txBody>
          <a:bodyPr/>
          <a:lstStyle/>
          <a:p>
            <a:fld id="{C8116806-1FD2-4A57-B5EA-7014AB76383B}" type="slidenum">
              <a:rPr lang="en-US" smtClean="0"/>
              <a:t>‹#›</a:t>
            </a:fld>
            <a:endParaRPr lang="en-US"/>
          </a:p>
        </p:txBody>
      </p:sp>
      <p:sp>
        <p:nvSpPr>
          <p:cNvPr id="4" name="Picture Placeholder 3">
            <a:extLst>
              <a:ext uri="{FF2B5EF4-FFF2-40B4-BE49-F238E27FC236}">
                <a16:creationId xmlns:a16="http://schemas.microsoft.com/office/drawing/2014/main" id="{65B0EC94-28E6-D665-7491-10A308B0B426}"/>
              </a:ext>
            </a:extLst>
          </p:cNvPr>
          <p:cNvSpPr>
            <a:spLocks noGrp="1"/>
          </p:cNvSpPr>
          <p:nvPr>
            <p:ph type="pic" sz="quarter" idx="13" hasCustomPrompt="1"/>
          </p:nvPr>
        </p:nvSpPr>
        <p:spPr>
          <a:xfrm>
            <a:off x="3965783" y="265176"/>
            <a:ext cx="7959517" cy="6327648"/>
          </a:xfrm>
          <a:custGeom>
            <a:avLst/>
            <a:gdLst>
              <a:gd name="connsiteX0" fmla="*/ 267246 w 7391400"/>
              <a:gd name="connsiteY0" fmla="*/ 0 h 6172200"/>
              <a:gd name="connsiteX1" fmla="*/ 7124155 w 7391400"/>
              <a:gd name="connsiteY1" fmla="*/ 0 h 6172200"/>
              <a:gd name="connsiteX2" fmla="*/ 7391400 w 7391400"/>
              <a:gd name="connsiteY2" fmla="*/ 266886 h 6172200"/>
              <a:gd name="connsiteX3" fmla="*/ 7391400 w 7391400"/>
              <a:gd name="connsiteY3" fmla="*/ 5905314 h 6172200"/>
              <a:gd name="connsiteX4" fmla="*/ 7124155 w 7391400"/>
              <a:gd name="connsiteY4" fmla="*/ 6172200 h 6172200"/>
              <a:gd name="connsiteX5" fmla="*/ 267246 w 7391400"/>
              <a:gd name="connsiteY5" fmla="*/ 6172200 h 6172200"/>
              <a:gd name="connsiteX6" fmla="*/ 0 w 7391400"/>
              <a:gd name="connsiteY6" fmla="*/ 5905314 h 6172200"/>
              <a:gd name="connsiteX7" fmla="*/ 0 w 7391400"/>
              <a:gd name="connsiteY7" fmla="*/ 266886 h 6172200"/>
              <a:gd name="connsiteX8" fmla="*/ 267246 w 7391400"/>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91400" h="6172200">
                <a:moveTo>
                  <a:pt x="267246" y="0"/>
                </a:moveTo>
                <a:lnTo>
                  <a:pt x="7124155" y="0"/>
                </a:lnTo>
                <a:cubicBezTo>
                  <a:pt x="7271750" y="0"/>
                  <a:pt x="7391400" y="119489"/>
                  <a:pt x="7391400" y="266886"/>
                </a:cubicBezTo>
                <a:lnTo>
                  <a:pt x="7391400" y="5905314"/>
                </a:lnTo>
                <a:cubicBezTo>
                  <a:pt x="7391400" y="6052711"/>
                  <a:pt x="7271750" y="6172200"/>
                  <a:pt x="7124155" y="6172200"/>
                </a:cubicBezTo>
                <a:lnTo>
                  <a:pt x="267246" y="6172200"/>
                </a:lnTo>
                <a:cubicBezTo>
                  <a:pt x="119650" y="6172200"/>
                  <a:pt x="0" y="6052711"/>
                  <a:pt x="0" y="5905314"/>
                </a:cubicBezTo>
                <a:lnTo>
                  <a:pt x="0" y="266886"/>
                </a:lnTo>
                <a:cubicBezTo>
                  <a:pt x="0" y="119489"/>
                  <a:pt x="119650" y="0"/>
                  <a:pt x="267246"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201437751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9252434" y="219456"/>
            <a:ext cx="2504499" cy="2282204"/>
          </a:xfrm>
        </p:spPr>
        <p:txBody>
          <a:bodyPr anchor="t"/>
          <a:lstStyle/>
          <a:p>
            <a:r>
              <a:rPr lang="en-US"/>
              <a:t>Click to edit Master title style</a:t>
            </a:r>
          </a:p>
        </p:txBody>
      </p:sp>
      <p:sp>
        <p:nvSpPr>
          <p:cNvPr id="11" name="Picture Placeholder 10">
            <a:extLst>
              <a:ext uri="{FF2B5EF4-FFF2-40B4-BE49-F238E27FC236}">
                <a16:creationId xmlns:a16="http://schemas.microsoft.com/office/drawing/2014/main" id="{0245013D-3ACD-0E69-50DF-0B7C6855E765}"/>
              </a:ext>
            </a:extLst>
          </p:cNvPr>
          <p:cNvSpPr>
            <a:spLocks noGrp="1"/>
          </p:cNvSpPr>
          <p:nvPr>
            <p:ph type="pic" sz="quarter" idx="13" hasCustomPrompt="1"/>
          </p:nvPr>
        </p:nvSpPr>
        <p:spPr>
          <a:xfrm>
            <a:off x="274220" y="266700"/>
            <a:ext cx="8782316" cy="6324600"/>
          </a:xfrm>
          <a:custGeom>
            <a:avLst/>
            <a:gdLst>
              <a:gd name="connsiteX0" fmla="*/ 293967 w 8782316"/>
              <a:gd name="connsiteY0" fmla="*/ 0 h 6324600"/>
              <a:gd name="connsiteX1" fmla="*/ 8488349 w 8782316"/>
              <a:gd name="connsiteY1" fmla="*/ 0 h 6324600"/>
              <a:gd name="connsiteX2" fmla="*/ 8782316 w 8782316"/>
              <a:gd name="connsiteY2" fmla="*/ 293967 h 6324600"/>
              <a:gd name="connsiteX3" fmla="*/ 8782316 w 8782316"/>
              <a:gd name="connsiteY3" fmla="*/ 6030633 h 6324600"/>
              <a:gd name="connsiteX4" fmla="*/ 8488349 w 8782316"/>
              <a:gd name="connsiteY4" fmla="*/ 6324600 h 6324600"/>
              <a:gd name="connsiteX5" fmla="*/ 293967 w 8782316"/>
              <a:gd name="connsiteY5" fmla="*/ 6324600 h 6324600"/>
              <a:gd name="connsiteX6" fmla="*/ 0 w 8782316"/>
              <a:gd name="connsiteY6" fmla="*/ 6030633 h 6324600"/>
              <a:gd name="connsiteX7" fmla="*/ 0 w 8782316"/>
              <a:gd name="connsiteY7" fmla="*/ 293967 h 6324600"/>
              <a:gd name="connsiteX8" fmla="*/ 293967 w 8782316"/>
              <a:gd name="connsiteY8" fmla="*/ 0 h 6324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782316" h="6324600">
                <a:moveTo>
                  <a:pt x="293967" y="0"/>
                </a:moveTo>
                <a:lnTo>
                  <a:pt x="8488349" y="0"/>
                </a:lnTo>
                <a:cubicBezTo>
                  <a:pt x="8650702" y="0"/>
                  <a:pt x="8782316" y="131614"/>
                  <a:pt x="8782316" y="293967"/>
                </a:cubicBezTo>
                <a:lnTo>
                  <a:pt x="8782316" y="6030633"/>
                </a:lnTo>
                <a:cubicBezTo>
                  <a:pt x="8782316" y="6192986"/>
                  <a:pt x="8650702" y="6324600"/>
                  <a:pt x="8488349" y="6324600"/>
                </a:cubicBezTo>
                <a:lnTo>
                  <a:pt x="293967" y="6324600"/>
                </a:lnTo>
                <a:cubicBezTo>
                  <a:pt x="131614" y="6324600"/>
                  <a:pt x="0" y="6192986"/>
                  <a:pt x="0" y="6030633"/>
                </a:cubicBezTo>
                <a:lnTo>
                  <a:pt x="0" y="293967"/>
                </a:lnTo>
                <a:cubicBezTo>
                  <a:pt x="0" y="131614"/>
                  <a:pt x="131614" y="0"/>
                  <a:pt x="293967"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9262115" y="3001992"/>
            <a:ext cx="2494818" cy="3299767"/>
          </a:xfrm>
        </p:spPr>
        <p:txBody>
          <a:bodyPr anchor="b">
            <a:norm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9259368" y="6387737"/>
            <a:ext cx="1315404"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564498" y="6390795"/>
            <a:ext cx="1007658" cy="338328"/>
          </a:xfrm>
        </p:spPr>
        <p:txBody>
          <a:bodyPr/>
          <a:lstStyle>
            <a:lvl1pPr>
              <a:defRPr>
                <a:solidFill>
                  <a:schemeClr val="tx1"/>
                </a:solidFill>
                <a:effectLst/>
              </a:defRPr>
            </a:lvl1pPr>
          </a:lstStyle>
          <a:p>
            <a:fld id="{77A7F542-C964-486E-82FB-259D80A22E0C}" type="datetime1">
              <a:rPr lang="en-US" smtClean="0"/>
              <a:t>12/19/2025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410752682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1878" y="5322914"/>
            <a:ext cx="4466322" cy="1064214"/>
          </a:xfrm>
        </p:spPr>
        <p:txBody>
          <a:bodyPr anchor="t">
            <a:normAutofit/>
          </a:bodyPr>
          <a:lstStyle>
            <a:lvl1pPr>
              <a:defRPr sz="3000"/>
            </a:lvl1pPr>
          </a:lstStyle>
          <a:p>
            <a:r>
              <a:rPr lang="en-US"/>
              <a:t>Click to edit Master title style</a:t>
            </a:r>
          </a:p>
        </p:txBody>
      </p:sp>
      <p:sp>
        <p:nvSpPr>
          <p:cNvPr id="4" name="Picture Placeholder 3">
            <a:extLst>
              <a:ext uri="{FF2B5EF4-FFF2-40B4-BE49-F238E27FC236}">
                <a16:creationId xmlns:a16="http://schemas.microsoft.com/office/drawing/2014/main" id="{61800625-21B7-D3E3-63A2-DDD86082593E}"/>
              </a:ext>
            </a:extLst>
          </p:cNvPr>
          <p:cNvSpPr>
            <a:spLocks noGrp="1"/>
          </p:cNvSpPr>
          <p:nvPr>
            <p:ph type="pic" sz="quarter" idx="15" hasCustomPrompt="1"/>
          </p:nvPr>
        </p:nvSpPr>
        <p:spPr>
          <a:xfrm>
            <a:off x="274220" y="265176"/>
            <a:ext cx="11651080" cy="4853814"/>
          </a:xfrm>
          <a:custGeom>
            <a:avLst/>
            <a:gdLst>
              <a:gd name="connsiteX0" fmla="*/ 291520 w 11651080"/>
              <a:gd name="connsiteY0" fmla="*/ 0 h 4853814"/>
              <a:gd name="connsiteX1" fmla="*/ 11359560 w 11651080"/>
              <a:gd name="connsiteY1" fmla="*/ 0 h 4853814"/>
              <a:gd name="connsiteX2" fmla="*/ 11651080 w 11651080"/>
              <a:gd name="connsiteY2" fmla="*/ 291520 h 4853814"/>
              <a:gd name="connsiteX3" fmla="*/ 11651080 w 11651080"/>
              <a:gd name="connsiteY3" fmla="*/ 4562294 h 4853814"/>
              <a:gd name="connsiteX4" fmla="*/ 11359560 w 11651080"/>
              <a:gd name="connsiteY4" fmla="*/ 4853814 h 4853814"/>
              <a:gd name="connsiteX5" fmla="*/ 291520 w 11651080"/>
              <a:gd name="connsiteY5" fmla="*/ 4853814 h 4853814"/>
              <a:gd name="connsiteX6" fmla="*/ 0 w 11651080"/>
              <a:gd name="connsiteY6" fmla="*/ 4562294 h 4853814"/>
              <a:gd name="connsiteX7" fmla="*/ 0 w 11651080"/>
              <a:gd name="connsiteY7" fmla="*/ 291520 h 4853814"/>
              <a:gd name="connsiteX8" fmla="*/ 291520 w 11651080"/>
              <a:gd name="connsiteY8" fmla="*/ 0 h 4853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651080" h="4853814">
                <a:moveTo>
                  <a:pt x="291520" y="0"/>
                </a:moveTo>
                <a:lnTo>
                  <a:pt x="11359560" y="0"/>
                </a:lnTo>
                <a:cubicBezTo>
                  <a:pt x="11520562" y="0"/>
                  <a:pt x="11651080" y="130518"/>
                  <a:pt x="11651080" y="291520"/>
                </a:cubicBezTo>
                <a:lnTo>
                  <a:pt x="11651080" y="4562294"/>
                </a:lnTo>
                <a:cubicBezTo>
                  <a:pt x="11651080" y="4723296"/>
                  <a:pt x="11520562" y="4853814"/>
                  <a:pt x="11359560" y="4853814"/>
                </a:cubicBezTo>
                <a:lnTo>
                  <a:pt x="291520" y="4853814"/>
                </a:lnTo>
                <a:cubicBezTo>
                  <a:pt x="130518" y="4853814"/>
                  <a:pt x="0" y="4723296"/>
                  <a:pt x="0" y="4562294"/>
                </a:cubicBezTo>
                <a:lnTo>
                  <a:pt x="0" y="291520"/>
                </a:lnTo>
                <a:cubicBezTo>
                  <a:pt x="0" y="130518"/>
                  <a:pt x="130518" y="0"/>
                  <a:pt x="291520"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914900" y="5283156"/>
            <a:ext cx="7010400" cy="1103972"/>
          </a:xfrm>
        </p:spPr>
        <p:txBody>
          <a:bodyPr>
            <a:noAutofit/>
          </a:bodyPr>
          <a:lstStyle>
            <a:lvl1pPr marL="0" indent="0">
              <a:buFont typeface="Arial" panose="020B0604020202020204" pitchFamily="34" charset="0"/>
              <a:buNone/>
              <a:defRPr sz="1400"/>
            </a:lvl1pPr>
            <a:lvl2pPr marL="228600" indent="0">
              <a:buFont typeface="Arial" panose="020B0604020202020204" pitchFamily="34" charset="0"/>
              <a:buNone/>
              <a:defRPr sz="1200"/>
            </a:lvl2pPr>
            <a:lvl3pPr marL="457200" indent="0">
              <a:buFont typeface="Arial" panose="020B0604020202020204" pitchFamily="34" charset="0"/>
              <a:buNone/>
              <a:defRPr sz="1200"/>
            </a:lvl3pPr>
            <a:lvl4pPr marL="685800" indent="0">
              <a:buFont typeface="Arial" panose="020B0604020202020204" pitchFamily="34" charset="0"/>
              <a:buNone/>
              <a:defRPr sz="1200"/>
            </a:lvl4pPr>
            <a:lvl5pPr marL="914400" indent="0">
              <a:buFont typeface="Arial" panose="020B0604020202020204" pitchFamily="34" charset="0"/>
              <a:buNone/>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E79A6D22-E558-45A5-AFFE-4CB08C13E909}" type="datetime1">
              <a:rPr lang="en-US" smtClean="0"/>
              <a:t>12/19/2025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301239674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5854" y="3994637"/>
            <a:ext cx="3460316" cy="1986345"/>
          </a:xfrm>
        </p:spPr>
        <p:txBody>
          <a:bodyPr anchor="t">
            <a:normAutofit/>
          </a:bodyPr>
          <a:lstStyle>
            <a:lvl1pPr>
              <a:defRPr sz="3000"/>
            </a:lvl1pPr>
          </a:lstStyle>
          <a:p>
            <a:r>
              <a:rPr lang="en-US"/>
              <a:t>Click to edit Master title style</a:t>
            </a:r>
          </a:p>
        </p:txBody>
      </p:sp>
      <p:sp>
        <p:nvSpPr>
          <p:cNvPr id="10" name="Picture Placeholder 9">
            <a:extLst>
              <a:ext uri="{FF2B5EF4-FFF2-40B4-BE49-F238E27FC236}">
                <a16:creationId xmlns:a16="http://schemas.microsoft.com/office/drawing/2014/main" id="{9A350D79-60BC-073C-3EE9-FEF237EFFC3B}"/>
              </a:ext>
            </a:extLst>
          </p:cNvPr>
          <p:cNvSpPr>
            <a:spLocks noGrp="1"/>
          </p:cNvSpPr>
          <p:nvPr>
            <p:ph type="pic" sz="quarter" idx="13" hasCustomPrompt="1"/>
          </p:nvPr>
        </p:nvSpPr>
        <p:spPr>
          <a:xfrm>
            <a:off x="274220" y="266700"/>
            <a:ext cx="11651080" cy="3511571"/>
          </a:xfrm>
          <a:custGeom>
            <a:avLst/>
            <a:gdLst>
              <a:gd name="connsiteX0" fmla="*/ 293181 w 11651080"/>
              <a:gd name="connsiteY0" fmla="*/ 0 h 3511571"/>
              <a:gd name="connsiteX1" fmla="*/ 11357899 w 11651080"/>
              <a:gd name="connsiteY1" fmla="*/ 0 h 3511571"/>
              <a:gd name="connsiteX2" fmla="*/ 11651080 w 11651080"/>
              <a:gd name="connsiteY2" fmla="*/ 293181 h 3511571"/>
              <a:gd name="connsiteX3" fmla="*/ 11651080 w 11651080"/>
              <a:gd name="connsiteY3" fmla="*/ 3218390 h 3511571"/>
              <a:gd name="connsiteX4" fmla="*/ 11521819 w 11651080"/>
              <a:gd name="connsiteY4" fmla="*/ 3461500 h 3511571"/>
              <a:gd name="connsiteX5" fmla="*/ 11477449 w 11651080"/>
              <a:gd name="connsiteY5" fmla="*/ 3485583 h 3511571"/>
              <a:gd name="connsiteX6" fmla="*/ 11417209 w 11651080"/>
              <a:gd name="connsiteY6" fmla="*/ 3504280 h 3511571"/>
              <a:gd name="connsiteX7" fmla="*/ 11344868 w 11651080"/>
              <a:gd name="connsiteY7" fmla="*/ 3511571 h 3511571"/>
              <a:gd name="connsiteX8" fmla="*/ 310043 w 11651080"/>
              <a:gd name="connsiteY8" fmla="*/ 3511571 h 3511571"/>
              <a:gd name="connsiteX9" fmla="*/ 170323 w 11651080"/>
              <a:gd name="connsiteY9" fmla="*/ 3483368 h 3511571"/>
              <a:gd name="connsiteX10" fmla="*/ 127787 w 11651080"/>
              <a:gd name="connsiteY10" fmla="*/ 3460284 h 3511571"/>
              <a:gd name="connsiteX11" fmla="*/ 85871 w 11651080"/>
              <a:gd name="connsiteY11" fmla="*/ 3425700 h 3511571"/>
              <a:gd name="connsiteX12" fmla="*/ 0 w 11651080"/>
              <a:gd name="connsiteY12" fmla="*/ 3218390 h 3511571"/>
              <a:gd name="connsiteX13" fmla="*/ 0 w 11651080"/>
              <a:gd name="connsiteY13" fmla="*/ 293181 h 3511571"/>
              <a:gd name="connsiteX14" fmla="*/ 293181 w 11651080"/>
              <a:gd name="connsiteY14" fmla="*/ 0 h 351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651080" h="3511571">
                <a:moveTo>
                  <a:pt x="293181" y="0"/>
                </a:moveTo>
                <a:lnTo>
                  <a:pt x="11357899" y="0"/>
                </a:lnTo>
                <a:cubicBezTo>
                  <a:pt x="11519818" y="0"/>
                  <a:pt x="11651080" y="131262"/>
                  <a:pt x="11651080" y="293181"/>
                </a:cubicBezTo>
                <a:lnTo>
                  <a:pt x="11651080" y="3218390"/>
                </a:lnTo>
                <a:cubicBezTo>
                  <a:pt x="11651080" y="3319589"/>
                  <a:pt x="11599806" y="3408813"/>
                  <a:pt x="11521819" y="3461500"/>
                </a:cubicBezTo>
                <a:lnTo>
                  <a:pt x="11477449" y="3485583"/>
                </a:lnTo>
                <a:lnTo>
                  <a:pt x="11417209" y="3504280"/>
                </a:lnTo>
                <a:cubicBezTo>
                  <a:pt x="11393842" y="3509060"/>
                  <a:pt x="11369648" y="3511571"/>
                  <a:pt x="11344868" y="3511571"/>
                </a:cubicBezTo>
                <a:lnTo>
                  <a:pt x="310043" y="3511571"/>
                </a:lnTo>
                <a:cubicBezTo>
                  <a:pt x="260482" y="3511571"/>
                  <a:pt x="213267" y="3501529"/>
                  <a:pt x="170323" y="3483368"/>
                </a:cubicBezTo>
                <a:lnTo>
                  <a:pt x="127787" y="3460284"/>
                </a:lnTo>
                <a:lnTo>
                  <a:pt x="85871" y="3425700"/>
                </a:lnTo>
                <a:cubicBezTo>
                  <a:pt x="32816" y="3372645"/>
                  <a:pt x="0" y="3299350"/>
                  <a:pt x="0" y="3218390"/>
                </a:cubicBezTo>
                <a:lnTo>
                  <a:pt x="0" y="293181"/>
                </a:lnTo>
                <a:cubicBezTo>
                  <a:pt x="0" y="131262"/>
                  <a:pt x="131262" y="0"/>
                  <a:pt x="293181"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62400" y="3977466"/>
            <a:ext cx="7962900" cy="228600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454360EB-95BF-4987-BAEE-E7CA2491C2B2}" type="datetime1">
              <a:rPr lang="en-US" smtClean="0"/>
              <a:t>12/19/2025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239572112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5878" y="216452"/>
            <a:ext cx="3381587" cy="2213524"/>
          </a:xfrm>
        </p:spPr>
        <p:txBody>
          <a:bodyPr anchor="t">
            <a:normAutofit/>
          </a:bodyPr>
          <a:lstStyle>
            <a:lvl1pPr>
              <a:defRPr sz="3000"/>
            </a:lvl1pPr>
          </a:lstStyle>
          <a:p>
            <a:r>
              <a:rPr lang="en-US"/>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62400" y="177492"/>
            <a:ext cx="7962900" cy="2286000"/>
          </a:xfrm>
        </p:spPr>
        <p:txBody>
          <a:bodyPr>
            <a:normAutofit/>
          </a:bodyPr>
          <a:lstStyle>
            <a:lvl1pPr marL="285750" indent="-285750">
              <a:buFont typeface="Arial" panose="020B0604020202020204" pitchFamily="34" charset="0"/>
              <a:buChar char="•"/>
              <a:defRPr sz="1400"/>
            </a:lvl1pPr>
            <a:lvl2pPr marL="514350" indent="-285750">
              <a:buFont typeface="Arial" panose="020B0604020202020204" pitchFamily="34" charset="0"/>
              <a:buChar char="•"/>
              <a:defRPr sz="14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400"/>
            </a:lvl4pPr>
            <a:lvl5pPr marL="1085850" indent="-171450">
              <a:buFont typeface="Arial" panose="020B0604020202020204" pitchFamily="34" charset="0"/>
              <a:buChar cha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85878" y="2513464"/>
            <a:ext cx="2805405"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230339" y="2516244"/>
            <a:ext cx="1284010" cy="338328"/>
          </a:xfrm>
        </p:spPr>
        <p:txBody>
          <a:bodyPr/>
          <a:lstStyle/>
          <a:p>
            <a:fld id="{70D4BFA2-1BB9-40F7-B5CD-27AF3FC15B4F}" type="datetime1">
              <a:rPr lang="en-US" smtClean="0"/>
              <a:t>12/19/2025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509585" y="2513464"/>
            <a:ext cx="449306" cy="338328"/>
          </a:xfrm>
        </p:spPr>
        <p:txBody>
          <a:bodyPr/>
          <a:lstStyle/>
          <a:p>
            <a:fld id="{C8116806-1FD2-4A57-B5EA-7014AB76383B}" type="slidenum">
              <a:rPr lang="en-US" smtClean="0"/>
              <a:t>‹#›</a:t>
            </a:fld>
            <a:endParaRPr lang="en-US"/>
          </a:p>
        </p:txBody>
      </p:sp>
      <p:sp>
        <p:nvSpPr>
          <p:cNvPr id="10" name="Picture Placeholder 9">
            <a:extLst>
              <a:ext uri="{FF2B5EF4-FFF2-40B4-BE49-F238E27FC236}">
                <a16:creationId xmlns:a16="http://schemas.microsoft.com/office/drawing/2014/main" id="{EE56056E-3484-D9D0-95D5-818FF4C3C8D6}"/>
              </a:ext>
            </a:extLst>
          </p:cNvPr>
          <p:cNvSpPr>
            <a:spLocks noGrp="1"/>
          </p:cNvSpPr>
          <p:nvPr>
            <p:ph type="pic" sz="quarter" idx="13" hasCustomPrompt="1"/>
          </p:nvPr>
        </p:nvSpPr>
        <p:spPr>
          <a:xfrm>
            <a:off x="274220" y="2935280"/>
            <a:ext cx="11651080" cy="3656020"/>
          </a:xfrm>
          <a:custGeom>
            <a:avLst/>
            <a:gdLst>
              <a:gd name="connsiteX0" fmla="*/ 298989 w 11651080"/>
              <a:gd name="connsiteY0" fmla="*/ 0 h 3656020"/>
              <a:gd name="connsiteX1" fmla="*/ 11352091 w 11651080"/>
              <a:gd name="connsiteY1" fmla="*/ 0 h 3656020"/>
              <a:gd name="connsiteX2" fmla="*/ 11651080 w 11651080"/>
              <a:gd name="connsiteY2" fmla="*/ 298989 h 3656020"/>
              <a:gd name="connsiteX3" fmla="*/ 11651080 w 11651080"/>
              <a:gd name="connsiteY3" fmla="*/ 3357031 h 3656020"/>
              <a:gd name="connsiteX4" fmla="*/ 11352091 w 11651080"/>
              <a:gd name="connsiteY4" fmla="*/ 3656020 h 3656020"/>
              <a:gd name="connsiteX5" fmla="*/ 298989 w 11651080"/>
              <a:gd name="connsiteY5" fmla="*/ 3656020 h 3656020"/>
              <a:gd name="connsiteX6" fmla="*/ 0 w 11651080"/>
              <a:gd name="connsiteY6" fmla="*/ 3357031 h 3656020"/>
              <a:gd name="connsiteX7" fmla="*/ 0 w 11651080"/>
              <a:gd name="connsiteY7" fmla="*/ 298989 h 3656020"/>
              <a:gd name="connsiteX8" fmla="*/ 298989 w 11651080"/>
              <a:gd name="connsiteY8" fmla="*/ 0 h 3656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651080" h="3656020">
                <a:moveTo>
                  <a:pt x="298989" y="0"/>
                </a:moveTo>
                <a:lnTo>
                  <a:pt x="11352091" y="0"/>
                </a:lnTo>
                <a:cubicBezTo>
                  <a:pt x="11517218" y="0"/>
                  <a:pt x="11651080" y="133862"/>
                  <a:pt x="11651080" y="298989"/>
                </a:cubicBezTo>
                <a:lnTo>
                  <a:pt x="11651080" y="3357031"/>
                </a:lnTo>
                <a:cubicBezTo>
                  <a:pt x="11651080" y="3522158"/>
                  <a:pt x="11517218" y="3656020"/>
                  <a:pt x="11352091" y="3656020"/>
                </a:cubicBezTo>
                <a:lnTo>
                  <a:pt x="298989" y="3656020"/>
                </a:lnTo>
                <a:cubicBezTo>
                  <a:pt x="133862" y="3656020"/>
                  <a:pt x="0" y="3522158"/>
                  <a:pt x="0" y="3357031"/>
                </a:cubicBezTo>
                <a:lnTo>
                  <a:pt x="0" y="298989"/>
                </a:lnTo>
                <a:cubicBezTo>
                  <a:pt x="0" y="133862"/>
                  <a:pt x="133862" y="0"/>
                  <a:pt x="298989"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359393695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67689" y="1277917"/>
            <a:ext cx="4244590" cy="1054449"/>
          </a:xfrm>
        </p:spPr>
        <p:txBody>
          <a:bodyPr anchor="t"/>
          <a:lstStyle/>
          <a:p>
            <a:r>
              <a:rPr lang="en-US"/>
              <a:t>Click to edit Master title style</a:t>
            </a:r>
          </a:p>
        </p:txBody>
      </p:sp>
      <p:sp>
        <p:nvSpPr>
          <p:cNvPr id="10" name="Picture Placeholder 9">
            <a:extLst>
              <a:ext uri="{FF2B5EF4-FFF2-40B4-BE49-F238E27FC236}">
                <a16:creationId xmlns:a16="http://schemas.microsoft.com/office/drawing/2014/main" id="{6A6D8C26-0B2C-F81E-0E9B-25818527E0CD}"/>
              </a:ext>
            </a:extLst>
          </p:cNvPr>
          <p:cNvSpPr>
            <a:spLocks noGrp="1"/>
          </p:cNvSpPr>
          <p:nvPr>
            <p:ph type="pic" sz="quarter" idx="13" hasCustomPrompt="1"/>
          </p:nvPr>
        </p:nvSpPr>
        <p:spPr>
          <a:xfrm>
            <a:off x="1371601" y="2391930"/>
            <a:ext cx="4140679" cy="3094471"/>
          </a:xfrm>
          <a:custGeom>
            <a:avLst/>
            <a:gdLst>
              <a:gd name="connsiteX0" fmla="*/ 287879 w 4140679"/>
              <a:gd name="connsiteY0" fmla="*/ 0 h 3094471"/>
              <a:gd name="connsiteX1" fmla="*/ 3852800 w 4140679"/>
              <a:gd name="connsiteY1" fmla="*/ 0 h 3094471"/>
              <a:gd name="connsiteX2" fmla="*/ 4140679 w 4140679"/>
              <a:gd name="connsiteY2" fmla="*/ 287879 h 3094471"/>
              <a:gd name="connsiteX3" fmla="*/ 4140679 w 4140679"/>
              <a:gd name="connsiteY3" fmla="*/ 2806592 h 3094471"/>
              <a:gd name="connsiteX4" fmla="*/ 3852800 w 4140679"/>
              <a:gd name="connsiteY4" fmla="*/ 3094471 h 3094471"/>
              <a:gd name="connsiteX5" fmla="*/ 287879 w 4140679"/>
              <a:gd name="connsiteY5" fmla="*/ 3094471 h 3094471"/>
              <a:gd name="connsiteX6" fmla="*/ 0 w 4140679"/>
              <a:gd name="connsiteY6" fmla="*/ 2806592 h 3094471"/>
              <a:gd name="connsiteX7" fmla="*/ 0 w 4140679"/>
              <a:gd name="connsiteY7" fmla="*/ 287879 h 3094471"/>
              <a:gd name="connsiteX8" fmla="*/ 287879 w 4140679"/>
              <a:gd name="connsiteY8" fmla="*/ 0 h 30944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40679" h="3094471">
                <a:moveTo>
                  <a:pt x="287879" y="0"/>
                </a:moveTo>
                <a:lnTo>
                  <a:pt x="3852800" y="0"/>
                </a:lnTo>
                <a:cubicBezTo>
                  <a:pt x="4011791" y="0"/>
                  <a:pt x="4140679" y="128888"/>
                  <a:pt x="4140679" y="287879"/>
                </a:cubicBezTo>
                <a:lnTo>
                  <a:pt x="4140679" y="2806592"/>
                </a:lnTo>
                <a:cubicBezTo>
                  <a:pt x="4140679" y="2965583"/>
                  <a:pt x="4011791" y="3094471"/>
                  <a:pt x="3852800" y="3094471"/>
                </a:cubicBezTo>
                <a:lnTo>
                  <a:pt x="287879" y="3094471"/>
                </a:lnTo>
                <a:cubicBezTo>
                  <a:pt x="128888" y="3094471"/>
                  <a:pt x="0" y="2965583"/>
                  <a:pt x="0" y="2806592"/>
                </a:cubicBezTo>
                <a:lnTo>
                  <a:pt x="0" y="287879"/>
                </a:lnTo>
                <a:cubicBezTo>
                  <a:pt x="0" y="128888"/>
                  <a:pt x="128888" y="0"/>
                  <a:pt x="287879"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867400" y="1277917"/>
            <a:ext cx="4953000" cy="42084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74B2A89B-6654-46B7-8BAD-422EA50F4994}" type="datetime1">
              <a:rPr lang="en-US" smtClean="0"/>
              <a:t>12/19/2025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1351430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ontent with Picture 1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2880" y="219456"/>
            <a:ext cx="3172641" cy="3145019"/>
          </a:xfrm>
        </p:spPr>
        <p:txBody>
          <a:bodyPr anchor="t">
            <a:normAutofit/>
          </a:bodyPr>
          <a:lstStyle>
            <a:lvl1pPr>
              <a:defRPr sz="3000"/>
            </a:lvl1pPr>
          </a:lstStyle>
          <a:p>
            <a:r>
              <a:rPr lang="en-US"/>
              <a:t>Click to edit Master title style</a:t>
            </a:r>
          </a:p>
        </p:txBody>
      </p:sp>
      <p:sp>
        <p:nvSpPr>
          <p:cNvPr id="10" name="Picture Placeholder 9">
            <a:extLst>
              <a:ext uri="{FF2B5EF4-FFF2-40B4-BE49-F238E27FC236}">
                <a16:creationId xmlns:a16="http://schemas.microsoft.com/office/drawing/2014/main" id="{A95997E6-BE07-E83F-D207-0CADA004E02A}"/>
              </a:ext>
            </a:extLst>
          </p:cNvPr>
          <p:cNvSpPr>
            <a:spLocks noGrp="1"/>
          </p:cNvSpPr>
          <p:nvPr>
            <p:ph type="pic" sz="quarter" idx="15" hasCustomPrompt="1"/>
          </p:nvPr>
        </p:nvSpPr>
        <p:spPr>
          <a:xfrm>
            <a:off x="4000500" y="265332"/>
            <a:ext cx="7924800" cy="3095837"/>
          </a:xfrm>
          <a:custGeom>
            <a:avLst/>
            <a:gdLst>
              <a:gd name="connsiteX0" fmla="*/ 282309 w 8229600"/>
              <a:gd name="connsiteY0" fmla="*/ 0 h 3095837"/>
              <a:gd name="connsiteX1" fmla="*/ 7947291 w 8229600"/>
              <a:gd name="connsiteY1" fmla="*/ 0 h 3095837"/>
              <a:gd name="connsiteX2" fmla="*/ 8229600 w 8229600"/>
              <a:gd name="connsiteY2" fmla="*/ 282309 h 3095837"/>
              <a:gd name="connsiteX3" fmla="*/ 8229600 w 8229600"/>
              <a:gd name="connsiteY3" fmla="*/ 2813528 h 3095837"/>
              <a:gd name="connsiteX4" fmla="*/ 7947291 w 8229600"/>
              <a:gd name="connsiteY4" fmla="*/ 3095837 h 3095837"/>
              <a:gd name="connsiteX5" fmla="*/ 282309 w 8229600"/>
              <a:gd name="connsiteY5" fmla="*/ 3095837 h 3095837"/>
              <a:gd name="connsiteX6" fmla="*/ 0 w 8229600"/>
              <a:gd name="connsiteY6" fmla="*/ 2813528 h 3095837"/>
              <a:gd name="connsiteX7" fmla="*/ 0 w 8229600"/>
              <a:gd name="connsiteY7" fmla="*/ 282309 h 3095837"/>
              <a:gd name="connsiteX8" fmla="*/ 282309 w 8229600"/>
              <a:gd name="connsiteY8" fmla="*/ 0 h 3095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229600" h="3095837">
                <a:moveTo>
                  <a:pt x="282309" y="0"/>
                </a:moveTo>
                <a:lnTo>
                  <a:pt x="7947291" y="0"/>
                </a:lnTo>
                <a:cubicBezTo>
                  <a:pt x="8103206" y="0"/>
                  <a:pt x="8229600" y="126394"/>
                  <a:pt x="8229600" y="282309"/>
                </a:cubicBezTo>
                <a:lnTo>
                  <a:pt x="8229600" y="2813528"/>
                </a:lnTo>
                <a:cubicBezTo>
                  <a:pt x="8229600" y="2969443"/>
                  <a:pt x="8103206" y="3095837"/>
                  <a:pt x="7947291" y="3095837"/>
                </a:cubicBezTo>
                <a:lnTo>
                  <a:pt x="282309" y="3095837"/>
                </a:lnTo>
                <a:cubicBezTo>
                  <a:pt x="126394" y="3095837"/>
                  <a:pt x="0" y="2969443"/>
                  <a:pt x="0" y="2813528"/>
                </a:cubicBezTo>
                <a:lnTo>
                  <a:pt x="0" y="282309"/>
                </a:lnTo>
                <a:cubicBezTo>
                  <a:pt x="0" y="126394"/>
                  <a:pt x="126394" y="0"/>
                  <a:pt x="282309"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14565" y="3543597"/>
            <a:ext cx="8010734" cy="2843531"/>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AD90CB68-2046-4562-B6CE-CDFAB3DC51F3}" type="datetime1">
              <a:rPr lang="en-US" smtClean="0"/>
              <a:t>12/19/2025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247286319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Content with Picture 1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2881" y="5158596"/>
            <a:ext cx="4207160" cy="1216328"/>
          </a:xfrm>
        </p:spPr>
        <p:txBody>
          <a:bodyPr anchor="t"/>
          <a:lstStyle/>
          <a:p>
            <a:r>
              <a:rPr lang="en-US"/>
              <a:t>Click to edit Master title style</a:t>
            </a:r>
          </a:p>
        </p:txBody>
      </p:sp>
      <p:sp>
        <p:nvSpPr>
          <p:cNvPr id="10" name="Picture Placeholder 9">
            <a:extLst>
              <a:ext uri="{FF2B5EF4-FFF2-40B4-BE49-F238E27FC236}">
                <a16:creationId xmlns:a16="http://schemas.microsoft.com/office/drawing/2014/main" id="{43EBFFFF-5D16-BE62-1AAA-3F8F77B6C10A}"/>
              </a:ext>
            </a:extLst>
          </p:cNvPr>
          <p:cNvSpPr>
            <a:spLocks noGrp="1"/>
          </p:cNvSpPr>
          <p:nvPr>
            <p:ph type="pic" sz="quarter" idx="13" hasCustomPrompt="1"/>
          </p:nvPr>
        </p:nvSpPr>
        <p:spPr>
          <a:xfrm>
            <a:off x="271305" y="265176"/>
            <a:ext cx="4118735" cy="4577087"/>
          </a:xfrm>
          <a:custGeom>
            <a:avLst/>
            <a:gdLst>
              <a:gd name="connsiteX0" fmla="*/ 302192 w 4118735"/>
              <a:gd name="connsiteY0" fmla="*/ 0 h 4577087"/>
              <a:gd name="connsiteX1" fmla="*/ 3816543 w 4118735"/>
              <a:gd name="connsiteY1" fmla="*/ 0 h 4577087"/>
              <a:gd name="connsiteX2" fmla="*/ 4118735 w 4118735"/>
              <a:gd name="connsiteY2" fmla="*/ 302192 h 4577087"/>
              <a:gd name="connsiteX3" fmla="*/ 4118735 w 4118735"/>
              <a:gd name="connsiteY3" fmla="*/ 4274895 h 4577087"/>
              <a:gd name="connsiteX4" fmla="*/ 3816543 w 4118735"/>
              <a:gd name="connsiteY4" fmla="*/ 4577087 h 4577087"/>
              <a:gd name="connsiteX5" fmla="*/ 302192 w 4118735"/>
              <a:gd name="connsiteY5" fmla="*/ 4577087 h 4577087"/>
              <a:gd name="connsiteX6" fmla="*/ 0 w 4118735"/>
              <a:gd name="connsiteY6" fmla="*/ 4274895 h 4577087"/>
              <a:gd name="connsiteX7" fmla="*/ 0 w 4118735"/>
              <a:gd name="connsiteY7" fmla="*/ 302192 h 4577087"/>
              <a:gd name="connsiteX8" fmla="*/ 302192 w 4118735"/>
              <a:gd name="connsiteY8" fmla="*/ 0 h 45770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18735" h="4577087">
                <a:moveTo>
                  <a:pt x="302192" y="0"/>
                </a:moveTo>
                <a:lnTo>
                  <a:pt x="3816543" y="0"/>
                </a:lnTo>
                <a:cubicBezTo>
                  <a:pt x="3983439" y="0"/>
                  <a:pt x="4118735" y="135296"/>
                  <a:pt x="4118735" y="302192"/>
                </a:cubicBezTo>
                <a:lnTo>
                  <a:pt x="4118735" y="4274895"/>
                </a:lnTo>
                <a:cubicBezTo>
                  <a:pt x="4118735" y="4441791"/>
                  <a:pt x="3983439" y="4577087"/>
                  <a:pt x="3816543" y="4577087"/>
                </a:cubicBezTo>
                <a:lnTo>
                  <a:pt x="302192" y="4577087"/>
                </a:lnTo>
                <a:cubicBezTo>
                  <a:pt x="135296" y="4577087"/>
                  <a:pt x="0" y="4441791"/>
                  <a:pt x="0" y="4274895"/>
                </a:cubicBezTo>
                <a:lnTo>
                  <a:pt x="0" y="302192"/>
                </a:lnTo>
                <a:cubicBezTo>
                  <a:pt x="0" y="135296"/>
                  <a:pt x="135296" y="0"/>
                  <a:pt x="302192"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914900" y="296685"/>
            <a:ext cx="6720870" cy="60759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5A882899-F271-47EA-805D-B8A33B6837B1}" type="datetime1">
              <a:rPr lang="en-US" smtClean="0"/>
              <a:t>12/19/2025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347116755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Number Large">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0E5778B4-3E3F-C3EF-5322-2ECFF646D003}"/>
              </a:ext>
              <a:ext uri="{C183D7F6-B498-43B3-948B-1728B52AA6E4}">
                <adec:decorative xmlns:adec="http://schemas.microsoft.com/office/drawing/2017/decorative" val="1"/>
              </a:ext>
            </a:extLst>
          </p:cNvPr>
          <p:cNvSpPr/>
          <p:nvPr/>
        </p:nvSpPr>
        <p:spPr>
          <a:xfrm>
            <a:off x="1231821" y="760151"/>
            <a:ext cx="9728359" cy="4233673"/>
          </a:xfrm>
          <a:prstGeom prst="roundRect">
            <a:avLst>
              <a:gd name="adj" fmla="val 7502"/>
            </a:avLst>
          </a:pr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B32242A1-A384-8CB1-904B-45EEDF23C323}"/>
              </a:ext>
            </a:extLst>
          </p:cNvPr>
          <p:cNvSpPr>
            <a:spLocks noGrp="1"/>
          </p:cNvSpPr>
          <p:nvPr>
            <p:ph type="title"/>
          </p:nvPr>
        </p:nvSpPr>
        <p:spPr>
          <a:xfrm>
            <a:off x="1446276" y="5255159"/>
            <a:ext cx="9299448" cy="1025326"/>
          </a:xfrm>
        </p:spPr>
        <p:txBody>
          <a:bodyPr anchor="ctr">
            <a:normAutofit/>
          </a:bodyPr>
          <a:lstStyle>
            <a:lvl1pPr algn="ctr">
              <a:lnSpc>
                <a:spcPct val="90000"/>
              </a:lnSpc>
              <a:defRPr sz="2400" spc="-50" baseline="0">
                <a:solidFill>
                  <a:schemeClr val="tx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76F59BDE-94E7-56D6-3D7F-6145311BA2D8}"/>
              </a:ext>
            </a:extLst>
          </p:cNvPr>
          <p:cNvSpPr>
            <a:spLocks noGrp="1"/>
          </p:cNvSpPr>
          <p:nvPr>
            <p:ph sz="quarter" idx="13" hasCustomPrompt="1"/>
          </p:nvPr>
        </p:nvSpPr>
        <p:spPr>
          <a:xfrm>
            <a:off x="1446276" y="1293091"/>
            <a:ext cx="9299448" cy="3943921"/>
          </a:xfrm>
        </p:spPr>
        <p:txBody>
          <a:bodyPr anchor="ctr">
            <a:normAutofit/>
          </a:bodyPr>
          <a:lstStyle>
            <a:lvl1pPr marL="0" indent="0" algn="ctr">
              <a:lnSpc>
                <a:spcPct val="80000"/>
              </a:lnSpc>
              <a:buNone/>
              <a:defRPr sz="26000" spc="-100" baseline="0">
                <a:solidFill>
                  <a:schemeClr val="tx1"/>
                </a:solidFill>
              </a:defRPr>
            </a:lvl1pPr>
          </a:lstStyle>
          <a:p>
            <a:pPr lvl="0"/>
            <a:r>
              <a:rPr lang="en-US"/>
              <a:t>XX%</a:t>
            </a:r>
          </a:p>
        </p:txBody>
      </p:sp>
      <p:sp>
        <p:nvSpPr>
          <p:cNvPr id="4" name="Footer Placeholder 3">
            <a:extLst>
              <a:ext uri="{FF2B5EF4-FFF2-40B4-BE49-F238E27FC236}">
                <a16:creationId xmlns:a16="http://schemas.microsoft.com/office/drawing/2014/main" id="{6D6D72DC-8ED1-FAB8-CD4C-7BDCAEA2C329}"/>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14C6FDB9-A3B3-A4DB-D081-D27ECC7043C1}"/>
              </a:ext>
            </a:extLst>
          </p:cNvPr>
          <p:cNvSpPr>
            <a:spLocks noGrp="1"/>
          </p:cNvSpPr>
          <p:nvPr>
            <p:ph type="dt" sz="half" idx="10"/>
          </p:nvPr>
        </p:nvSpPr>
        <p:spPr/>
        <p:txBody>
          <a:bodyPr/>
          <a:lstStyle/>
          <a:p>
            <a:fld id="{E24BB35E-97D9-4AD8-9F03-F1A28F5EDD3F}" type="datetime1">
              <a:rPr lang="en-US" smtClean="0"/>
              <a:t>12/19/2025</a:t>
            </a:fld>
            <a:endParaRPr lang="en-US"/>
          </a:p>
        </p:txBody>
      </p:sp>
      <p:sp>
        <p:nvSpPr>
          <p:cNvPr id="5" name="Slide Number Placeholder 4">
            <a:extLst>
              <a:ext uri="{FF2B5EF4-FFF2-40B4-BE49-F238E27FC236}">
                <a16:creationId xmlns:a16="http://schemas.microsoft.com/office/drawing/2014/main" id="{CFBFCFB0-1D5D-C25F-A74C-5CFB9C1950CF}"/>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243441095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Number Large 2">
    <p:bg>
      <p:bgPr>
        <a:solidFill>
          <a:schemeClr val="accent1"/>
        </a:solidFill>
        <a:effectLst/>
      </p:bgPr>
    </p:bg>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0E5778B4-3E3F-C3EF-5322-2ECFF646D003}"/>
              </a:ext>
              <a:ext uri="{C183D7F6-B498-43B3-948B-1728B52AA6E4}">
                <adec:decorative xmlns:adec="http://schemas.microsoft.com/office/drawing/2017/decorative" val="1"/>
              </a:ext>
            </a:extLst>
          </p:cNvPr>
          <p:cNvSpPr/>
          <p:nvPr/>
        </p:nvSpPr>
        <p:spPr>
          <a:xfrm>
            <a:off x="620201" y="606392"/>
            <a:ext cx="10946701" cy="4619890"/>
          </a:xfrm>
          <a:prstGeom prst="roundRect">
            <a:avLst>
              <a:gd name="adj" fmla="val 6476"/>
            </a:avLst>
          </a:prstGeom>
          <a:solidFill>
            <a:schemeClr val="accent1">
              <a:lumMod val="60000"/>
              <a:lumOff val="40000"/>
              <a:alpha val="50000"/>
            </a:schemeClr>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B32242A1-A384-8CB1-904B-45EEDF23C323}"/>
              </a:ext>
            </a:extLst>
          </p:cNvPr>
          <p:cNvSpPr>
            <a:spLocks noGrp="1"/>
          </p:cNvSpPr>
          <p:nvPr>
            <p:ph type="title"/>
          </p:nvPr>
        </p:nvSpPr>
        <p:spPr>
          <a:xfrm>
            <a:off x="1446276" y="5226282"/>
            <a:ext cx="9299448" cy="1025326"/>
          </a:xfrm>
        </p:spPr>
        <p:txBody>
          <a:bodyPr anchor="ctr">
            <a:normAutofit/>
          </a:bodyPr>
          <a:lstStyle>
            <a:lvl1pPr algn="ctr">
              <a:lnSpc>
                <a:spcPct val="90000"/>
              </a:lnSpc>
              <a:defRPr sz="2400" spc="-50" baseline="0">
                <a:solidFill>
                  <a:schemeClr val="tx2"/>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76F59BDE-94E7-56D6-3D7F-6145311BA2D8}"/>
              </a:ext>
            </a:extLst>
          </p:cNvPr>
          <p:cNvSpPr>
            <a:spLocks noGrp="1"/>
          </p:cNvSpPr>
          <p:nvPr>
            <p:ph sz="quarter" idx="13" hasCustomPrompt="1"/>
          </p:nvPr>
        </p:nvSpPr>
        <p:spPr>
          <a:xfrm>
            <a:off x="1446276" y="1293092"/>
            <a:ext cx="9299448" cy="3700734"/>
          </a:xfrm>
        </p:spPr>
        <p:txBody>
          <a:bodyPr anchor="ctr">
            <a:normAutofit/>
          </a:bodyPr>
          <a:lstStyle>
            <a:lvl1pPr marL="0" indent="0" algn="ctr">
              <a:lnSpc>
                <a:spcPct val="80000"/>
              </a:lnSpc>
              <a:buNone/>
              <a:defRPr sz="26000" spc="-100" baseline="0">
                <a:solidFill>
                  <a:schemeClr val="tx2"/>
                </a:solidFill>
              </a:defRPr>
            </a:lvl1pPr>
          </a:lstStyle>
          <a:p>
            <a:pPr lvl="0"/>
            <a:r>
              <a:rPr lang="en-US"/>
              <a:t>XX%</a:t>
            </a:r>
          </a:p>
        </p:txBody>
      </p:sp>
      <p:sp>
        <p:nvSpPr>
          <p:cNvPr id="4" name="Footer Placeholder 3">
            <a:extLst>
              <a:ext uri="{FF2B5EF4-FFF2-40B4-BE49-F238E27FC236}">
                <a16:creationId xmlns:a16="http://schemas.microsoft.com/office/drawing/2014/main" id="{6D6D72DC-8ED1-FAB8-CD4C-7BDCAEA2C329}"/>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3" name="Date Placeholder 2">
            <a:extLst>
              <a:ext uri="{FF2B5EF4-FFF2-40B4-BE49-F238E27FC236}">
                <a16:creationId xmlns:a16="http://schemas.microsoft.com/office/drawing/2014/main" id="{14C6FDB9-A3B3-A4DB-D081-D27ECC7043C1}"/>
              </a:ext>
            </a:extLst>
          </p:cNvPr>
          <p:cNvSpPr>
            <a:spLocks noGrp="1"/>
          </p:cNvSpPr>
          <p:nvPr>
            <p:ph type="dt" sz="half" idx="10"/>
          </p:nvPr>
        </p:nvSpPr>
        <p:spPr/>
        <p:txBody>
          <a:bodyPr/>
          <a:lstStyle>
            <a:lvl1pPr>
              <a:defRPr>
                <a:solidFill>
                  <a:schemeClr val="tx2"/>
                </a:solidFill>
              </a:defRPr>
            </a:lvl1pPr>
          </a:lstStyle>
          <a:p>
            <a:fld id="{A5950FD3-961F-4360-ADC7-0E23C6F50835}" type="datetime1">
              <a:rPr lang="en-US" smtClean="0"/>
              <a:t>12/19/2025</a:t>
            </a:fld>
            <a:endParaRPr lang="en-US"/>
          </a:p>
        </p:txBody>
      </p:sp>
      <p:sp>
        <p:nvSpPr>
          <p:cNvPr id="5" name="Slide Number Placeholder 4">
            <a:extLst>
              <a:ext uri="{FF2B5EF4-FFF2-40B4-BE49-F238E27FC236}">
                <a16:creationId xmlns:a16="http://schemas.microsoft.com/office/drawing/2014/main" id="{CFBFCFB0-1D5D-C25F-A74C-5CFB9C1950CF}"/>
              </a:ext>
            </a:extLst>
          </p:cNvPr>
          <p:cNvSpPr>
            <a:spLocks noGrp="1"/>
          </p:cNvSpPr>
          <p:nvPr>
            <p:ph type="sldNum" sz="quarter" idx="12"/>
          </p:nvPr>
        </p:nvSpPr>
        <p:spPr/>
        <p:txBody>
          <a:bodyPr/>
          <a:lstStyle>
            <a:lvl1pPr>
              <a:defRPr>
                <a:solidFill>
                  <a:schemeClr val="tx2"/>
                </a:solidFill>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1383152286"/>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Number Large 3">
    <p:spTree>
      <p:nvGrpSpPr>
        <p:cNvPr id="1" name=""/>
        <p:cNvGrpSpPr/>
        <p:nvPr/>
      </p:nvGrpSpPr>
      <p:grpSpPr>
        <a:xfrm>
          <a:off x="0" y="0"/>
          <a:ext cx="0" cy="0"/>
          <a:chOff x="0" y="0"/>
          <a:chExt cx="0" cy="0"/>
        </a:xfrm>
      </p:grpSpPr>
      <p:sp>
        <p:nvSpPr>
          <p:cNvPr id="8" name="Rectangle: Rounded Corners 7">
            <a:extLst>
              <a:ext uri="{FF2B5EF4-FFF2-40B4-BE49-F238E27FC236}">
                <a16:creationId xmlns:a16="http://schemas.microsoft.com/office/drawing/2014/main" id="{F526C722-3701-B2F2-EF11-4B756E05446F}"/>
              </a:ext>
              <a:ext uri="{C183D7F6-B498-43B3-948B-1728B52AA6E4}">
                <adec:decorative xmlns:adec="http://schemas.microsoft.com/office/drawing/2017/decorative" val="1"/>
              </a:ext>
            </a:extLst>
          </p:cNvPr>
          <p:cNvSpPr/>
          <p:nvPr/>
        </p:nvSpPr>
        <p:spPr>
          <a:xfrm>
            <a:off x="660344" y="4990975"/>
            <a:ext cx="10871313" cy="1239913"/>
          </a:xfrm>
          <a:prstGeom prst="roundRect">
            <a:avLst>
              <a:gd name="adj" fmla="val 22063"/>
            </a:avLst>
          </a:pr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B32242A1-A384-8CB1-904B-45EEDF23C323}"/>
              </a:ext>
            </a:extLst>
          </p:cNvPr>
          <p:cNvSpPr>
            <a:spLocks noGrp="1"/>
          </p:cNvSpPr>
          <p:nvPr>
            <p:ph type="title"/>
          </p:nvPr>
        </p:nvSpPr>
        <p:spPr>
          <a:xfrm>
            <a:off x="1040433" y="5233065"/>
            <a:ext cx="10111135" cy="777037"/>
          </a:xfrm>
        </p:spPr>
        <p:txBody>
          <a:bodyPr anchor="ctr">
            <a:normAutofit/>
          </a:bodyPr>
          <a:lstStyle>
            <a:lvl1pPr algn="ctr">
              <a:lnSpc>
                <a:spcPct val="90000"/>
              </a:lnSpc>
              <a:defRPr sz="2000" spc="0" baseline="0">
                <a:solidFill>
                  <a:schemeClr val="tx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76F59BDE-94E7-56D6-3D7F-6145311BA2D8}"/>
              </a:ext>
            </a:extLst>
          </p:cNvPr>
          <p:cNvSpPr>
            <a:spLocks noGrp="1"/>
          </p:cNvSpPr>
          <p:nvPr>
            <p:ph sz="quarter" idx="13" hasCustomPrompt="1"/>
          </p:nvPr>
        </p:nvSpPr>
        <p:spPr>
          <a:xfrm>
            <a:off x="689002" y="1026160"/>
            <a:ext cx="10813996" cy="3963714"/>
          </a:xfrm>
        </p:spPr>
        <p:txBody>
          <a:bodyPr anchor="ctr">
            <a:normAutofit/>
          </a:bodyPr>
          <a:lstStyle>
            <a:lvl1pPr marL="0" indent="0" algn="ctr">
              <a:lnSpc>
                <a:spcPct val="80000"/>
              </a:lnSpc>
              <a:buNone/>
              <a:defRPr sz="31200" spc="-100" baseline="0">
                <a:solidFill>
                  <a:schemeClr val="tx1"/>
                </a:solidFill>
              </a:defRPr>
            </a:lvl1pPr>
          </a:lstStyle>
          <a:p>
            <a:pPr lvl="0"/>
            <a:r>
              <a:rPr lang="en-US"/>
              <a:t>XX%</a:t>
            </a:r>
          </a:p>
        </p:txBody>
      </p:sp>
      <p:sp>
        <p:nvSpPr>
          <p:cNvPr id="4" name="Footer Placeholder 3">
            <a:extLst>
              <a:ext uri="{FF2B5EF4-FFF2-40B4-BE49-F238E27FC236}">
                <a16:creationId xmlns:a16="http://schemas.microsoft.com/office/drawing/2014/main" id="{6D6D72DC-8ED1-FAB8-CD4C-7BDCAEA2C329}"/>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14C6FDB9-A3B3-A4DB-D081-D27ECC7043C1}"/>
              </a:ext>
            </a:extLst>
          </p:cNvPr>
          <p:cNvSpPr>
            <a:spLocks noGrp="1"/>
          </p:cNvSpPr>
          <p:nvPr>
            <p:ph type="dt" sz="half" idx="10"/>
          </p:nvPr>
        </p:nvSpPr>
        <p:spPr/>
        <p:txBody>
          <a:bodyPr/>
          <a:lstStyle/>
          <a:p>
            <a:fld id="{0A28C6D7-91AB-4E5C-91FE-81F7E83AF2F7}" type="datetime1">
              <a:rPr lang="en-US" smtClean="0"/>
              <a:t>12/19/2025</a:t>
            </a:fld>
            <a:endParaRPr lang="en-US"/>
          </a:p>
        </p:txBody>
      </p:sp>
      <p:sp>
        <p:nvSpPr>
          <p:cNvPr id="5" name="Slide Number Placeholder 4">
            <a:extLst>
              <a:ext uri="{FF2B5EF4-FFF2-40B4-BE49-F238E27FC236}">
                <a16:creationId xmlns:a16="http://schemas.microsoft.com/office/drawing/2014/main" id="{CFBFCFB0-1D5D-C25F-A74C-5CFB9C1950CF}"/>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181600647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Number Large 4">
    <p:bg>
      <p:bgPr>
        <a:solidFill>
          <a:schemeClr val="accent1">
            <a:lumMod val="75000"/>
          </a:schemeClr>
        </a:solidFill>
        <a:effectLst/>
      </p:bgPr>
    </p:bg>
    <p:spTree>
      <p:nvGrpSpPr>
        <p:cNvPr id="1" name=""/>
        <p:cNvGrpSpPr/>
        <p:nvPr/>
      </p:nvGrpSpPr>
      <p:grpSpPr>
        <a:xfrm>
          <a:off x="0" y="0"/>
          <a:ext cx="0" cy="0"/>
          <a:chOff x="0" y="0"/>
          <a:chExt cx="0" cy="0"/>
        </a:xfrm>
      </p:grpSpPr>
      <p:sp>
        <p:nvSpPr>
          <p:cNvPr id="10" name="Rectangle: Rounded Corners 9">
            <a:extLst>
              <a:ext uri="{FF2B5EF4-FFF2-40B4-BE49-F238E27FC236}">
                <a16:creationId xmlns:a16="http://schemas.microsoft.com/office/drawing/2014/main" id="{6E8549AC-D930-32F5-F4D6-1BE34C7228FE}"/>
              </a:ext>
              <a:ext uri="{C183D7F6-B498-43B3-948B-1728B52AA6E4}">
                <adec:decorative xmlns:adec="http://schemas.microsoft.com/office/drawing/2017/decorative" val="1"/>
              </a:ext>
            </a:extLst>
          </p:cNvPr>
          <p:cNvSpPr/>
          <p:nvPr/>
        </p:nvSpPr>
        <p:spPr>
          <a:xfrm>
            <a:off x="1590501" y="4989874"/>
            <a:ext cx="9010999" cy="1239913"/>
          </a:xfrm>
          <a:prstGeom prst="roundRect">
            <a:avLst>
              <a:gd name="adj" fmla="val 24326"/>
            </a:avLst>
          </a:prstGeom>
          <a:solidFill>
            <a:schemeClr val="accent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bg2"/>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B32242A1-A384-8CB1-904B-45EEDF23C323}"/>
              </a:ext>
            </a:extLst>
          </p:cNvPr>
          <p:cNvSpPr>
            <a:spLocks noGrp="1"/>
          </p:cNvSpPr>
          <p:nvPr>
            <p:ph type="title"/>
          </p:nvPr>
        </p:nvSpPr>
        <p:spPr>
          <a:xfrm>
            <a:off x="1982064" y="5147215"/>
            <a:ext cx="8227873" cy="912763"/>
          </a:xfrm>
        </p:spPr>
        <p:txBody>
          <a:bodyPr anchor="ctr">
            <a:normAutofit/>
          </a:bodyPr>
          <a:lstStyle>
            <a:lvl1pPr algn="ctr">
              <a:lnSpc>
                <a:spcPct val="100000"/>
              </a:lnSpc>
              <a:defRPr sz="2300" spc="-50" baseline="0">
                <a:solidFill>
                  <a:schemeClr val="tx2"/>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76F59BDE-94E7-56D6-3D7F-6145311BA2D8}"/>
              </a:ext>
            </a:extLst>
          </p:cNvPr>
          <p:cNvSpPr>
            <a:spLocks noGrp="1"/>
          </p:cNvSpPr>
          <p:nvPr>
            <p:ph sz="quarter" idx="13" hasCustomPrompt="1"/>
          </p:nvPr>
        </p:nvSpPr>
        <p:spPr>
          <a:xfrm>
            <a:off x="689002" y="1026160"/>
            <a:ext cx="10813996" cy="3963714"/>
          </a:xfrm>
        </p:spPr>
        <p:txBody>
          <a:bodyPr anchor="ctr">
            <a:normAutofit/>
          </a:bodyPr>
          <a:lstStyle>
            <a:lvl1pPr marL="0" indent="0" algn="ctr">
              <a:lnSpc>
                <a:spcPct val="80000"/>
              </a:lnSpc>
              <a:buNone/>
              <a:defRPr sz="31200" spc="-100" baseline="0">
                <a:solidFill>
                  <a:schemeClr val="tx2"/>
                </a:solidFill>
              </a:defRPr>
            </a:lvl1pPr>
          </a:lstStyle>
          <a:p>
            <a:pPr lvl="0"/>
            <a:r>
              <a:rPr lang="en-US"/>
              <a:t>XX%</a:t>
            </a:r>
          </a:p>
        </p:txBody>
      </p:sp>
      <p:sp>
        <p:nvSpPr>
          <p:cNvPr id="4" name="Footer Placeholder 3">
            <a:extLst>
              <a:ext uri="{FF2B5EF4-FFF2-40B4-BE49-F238E27FC236}">
                <a16:creationId xmlns:a16="http://schemas.microsoft.com/office/drawing/2014/main" id="{6D6D72DC-8ED1-FAB8-CD4C-7BDCAEA2C329}"/>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3" name="Date Placeholder 2">
            <a:extLst>
              <a:ext uri="{FF2B5EF4-FFF2-40B4-BE49-F238E27FC236}">
                <a16:creationId xmlns:a16="http://schemas.microsoft.com/office/drawing/2014/main" id="{14C6FDB9-A3B3-A4DB-D081-D27ECC7043C1}"/>
              </a:ext>
            </a:extLst>
          </p:cNvPr>
          <p:cNvSpPr>
            <a:spLocks noGrp="1"/>
          </p:cNvSpPr>
          <p:nvPr>
            <p:ph type="dt" sz="half" idx="10"/>
          </p:nvPr>
        </p:nvSpPr>
        <p:spPr/>
        <p:txBody>
          <a:bodyPr/>
          <a:lstStyle>
            <a:lvl1pPr>
              <a:defRPr>
                <a:solidFill>
                  <a:schemeClr val="tx2"/>
                </a:solidFill>
              </a:defRPr>
            </a:lvl1pPr>
          </a:lstStyle>
          <a:p>
            <a:fld id="{ADFF620F-79DC-465D-A792-79BFC5D42082}" type="datetime1">
              <a:rPr lang="en-US" smtClean="0"/>
              <a:t>12/19/2025</a:t>
            </a:fld>
            <a:endParaRPr lang="en-US"/>
          </a:p>
        </p:txBody>
      </p:sp>
      <p:sp>
        <p:nvSpPr>
          <p:cNvPr id="5" name="Slide Number Placeholder 4">
            <a:extLst>
              <a:ext uri="{FF2B5EF4-FFF2-40B4-BE49-F238E27FC236}">
                <a16:creationId xmlns:a16="http://schemas.microsoft.com/office/drawing/2014/main" id="{CFBFCFB0-1D5D-C25F-A74C-5CFB9C1950CF}"/>
              </a:ext>
            </a:extLst>
          </p:cNvPr>
          <p:cNvSpPr>
            <a:spLocks noGrp="1"/>
          </p:cNvSpPr>
          <p:nvPr>
            <p:ph type="sldNum" sz="quarter" idx="12"/>
          </p:nvPr>
        </p:nvSpPr>
        <p:spPr/>
        <p:txBody>
          <a:bodyPr/>
          <a:lstStyle>
            <a:lvl1pPr>
              <a:defRPr>
                <a:solidFill>
                  <a:schemeClr val="tx2"/>
                </a:solidFill>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4115797083"/>
      </p:ext>
    </p:extLst>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Number Large 5">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2242A1-A384-8CB1-904B-45EEDF23C323}"/>
              </a:ext>
            </a:extLst>
          </p:cNvPr>
          <p:cNvSpPr>
            <a:spLocks noGrp="1"/>
          </p:cNvSpPr>
          <p:nvPr>
            <p:ph type="title"/>
          </p:nvPr>
        </p:nvSpPr>
        <p:spPr>
          <a:xfrm>
            <a:off x="224884" y="5144654"/>
            <a:ext cx="7280816" cy="1242473"/>
          </a:xfrm>
        </p:spPr>
        <p:txBody>
          <a:bodyPr vert="horz" lIns="91440" tIns="45720" rIns="91440" bIns="45720" rtlCol="0" anchor="t">
            <a:normAutofit/>
          </a:bodyPr>
          <a:lstStyle>
            <a:lvl1pPr>
              <a:lnSpc>
                <a:spcPct val="100000"/>
              </a:lnSpc>
              <a:defRPr lang="en-US" sz="2800" spc="-50" baseline="0" dirty="0">
                <a:solidFill>
                  <a:schemeClr val="tx2"/>
                </a:solidFill>
              </a:defRPr>
            </a:lvl1pPr>
          </a:lstStyle>
          <a:p>
            <a:pPr lvl="0"/>
            <a:r>
              <a:rPr lang="en-US"/>
              <a:t>Click to edit Master title style</a:t>
            </a:r>
          </a:p>
        </p:txBody>
      </p:sp>
      <p:sp>
        <p:nvSpPr>
          <p:cNvPr id="7" name="Content Placeholder 6">
            <a:extLst>
              <a:ext uri="{FF2B5EF4-FFF2-40B4-BE49-F238E27FC236}">
                <a16:creationId xmlns:a16="http://schemas.microsoft.com/office/drawing/2014/main" id="{76F59BDE-94E7-56D6-3D7F-6145311BA2D8}"/>
              </a:ext>
            </a:extLst>
          </p:cNvPr>
          <p:cNvSpPr>
            <a:spLocks noGrp="1"/>
          </p:cNvSpPr>
          <p:nvPr>
            <p:ph sz="quarter" idx="13" hasCustomPrompt="1"/>
          </p:nvPr>
        </p:nvSpPr>
        <p:spPr>
          <a:xfrm>
            <a:off x="184720" y="266700"/>
            <a:ext cx="11740580" cy="5349003"/>
          </a:xfrm>
        </p:spPr>
        <p:txBody>
          <a:bodyPr vert="horz" lIns="91440" tIns="45720" rIns="91440" bIns="45720" rtlCol="0" anchor="b">
            <a:noAutofit/>
          </a:bodyPr>
          <a:lstStyle>
            <a:lvl1pPr marL="0" indent="0">
              <a:lnSpc>
                <a:spcPct val="90000"/>
              </a:lnSpc>
              <a:spcBef>
                <a:spcPts val="0"/>
              </a:spcBef>
              <a:buNone/>
              <a:defRPr lang="en-US" sz="33000" spc="-100" baseline="0" dirty="0">
                <a:solidFill>
                  <a:schemeClr val="accent1">
                    <a:lumMod val="60000"/>
                    <a:lumOff val="40000"/>
                    <a:alpha val="50000"/>
                  </a:schemeClr>
                </a:solidFill>
              </a:defRPr>
            </a:lvl1pPr>
          </a:lstStyle>
          <a:p>
            <a:pPr lvl="0"/>
            <a:r>
              <a:rPr lang="en-US"/>
              <a:t>##%</a:t>
            </a:r>
          </a:p>
        </p:txBody>
      </p:sp>
      <p:sp>
        <p:nvSpPr>
          <p:cNvPr id="4" name="Footer Placeholder 3">
            <a:extLst>
              <a:ext uri="{FF2B5EF4-FFF2-40B4-BE49-F238E27FC236}">
                <a16:creationId xmlns:a16="http://schemas.microsoft.com/office/drawing/2014/main" id="{6D6D72DC-8ED1-FAB8-CD4C-7BDCAEA2C329}"/>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3" name="Date Placeholder 2">
            <a:extLst>
              <a:ext uri="{FF2B5EF4-FFF2-40B4-BE49-F238E27FC236}">
                <a16:creationId xmlns:a16="http://schemas.microsoft.com/office/drawing/2014/main" id="{14C6FDB9-A3B3-A4DB-D081-D27ECC7043C1}"/>
              </a:ext>
            </a:extLst>
          </p:cNvPr>
          <p:cNvSpPr>
            <a:spLocks noGrp="1"/>
          </p:cNvSpPr>
          <p:nvPr>
            <p:ph type="dt" sz="half" idx="10"/>
          </p:nvPr>
        </p:nvSpPr>
        <p:spPr/>
        <p:txBody>
          <a:bodyPr/>
          <a:lstStyle>
            <a:lvl1pPr>
              <a:defRPr>
                <a:solidFill>
                  <a:schemeClr val="tx2"/>
                </a:solidFill>
              </a:defRPr>
            </a:lvl1pPr>
          </a:lstStyle>
          <a:p>
            <a:fld id="{FD30CB8E-A3C7-445E-9FD2-AB4831E86419}" type="datetime1">
              <a:rPr lang="en-US" smtClean="0"/>
              <a:t>12/19/2025</a:t>
            </a:fld>
            <a:endParaRPr lang="en-US"/>
          </a:p>
        </p:txBody>
      </p:sp>
      <p:sp>
        <p:nvSpPr>
          <p:cNvPr id="5" name="Slide Number Placeholder 4">
            <a:extLst>
              <a:ext uri="{FF2B5EF4-FFF2-40B4-BE49-F238E27FC236}">
                <a16:creationId xmlns:a16="http://schemas.microsoft.com/office/drawing/2014/main" id="{CFBFCFB0-1D5D-C25F-A74C-5CFB9C1950CF}"/>
              </a:ext>
            </a:extLst>
          </p:cNvPr>
          <p:cNvSpPr>
            <a:spLocks noGrp="1"/>
          </p:cNvSpPr>
          <p:nvPr>
            <p:ph type="sldNum" sz="quarter" idx="12"/>
          </p:nvPr>
        </p:nvSpPr>
        <p:spPr/>
        <p:txBody>
          <a:bodyPr/>
          <a:lstStyle>
            <a:lvl1pPr>
              <a:defRPr>
                <a:solidFill>
                  <a:schemeClr val="tx2"/>
                </a:solidFill>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4182796218"/>
      </p:ext>
    </p:extLst>
  </p:cSld>
  <p:clrMapOvr>
    <a:overrideClrMapping bg1="dk1" tx1="lt1" bg2="dk2" tx2="lt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82880" y="173736"/>
            <a:ext cx="10475499" cy="4850651"/>
          </a:xfrm>
        </p:spPr>
        <p:txBody>
          <a:bodyPr anchor="t">
            <a:noAutofit/>
          </a:bodyPr>
          <a:lstStyle>
            <a:lvl1pPr marL="0" indent="0">
              <a:lnSpc>
                <a:spcPct val="90000"/>
              </a:lnSpc>
              <a:buNone/>
              <a:defRPr sz="7600" b="0" cap="none" spc="-50" baseline="0"/>
            </a:lvl1pPr>
            <a:lvl2pPr marL="228600" indent="0">
              <a:lnSpc>
                <a:spcPct val="90000"/>
              </a:lnSpc>
              <a:buNone/>
              <a:defRPr sz="6600" b="0" cap="none" spc="-50" baseline="0"/>
            </a:lvl2pPr>
            <a:lvl3pPr marL="457200" indent="0">
              <a:lnSpc>
                <a:spcPct val="90000"/>
              </a:lnSpc>
              <a:buNone/>
              <a:defRPr sz="6000" b="0" cap="none" spc="-50" baseline="0"/>
            </a:lvl3pPr>
            <a:lvl4pPr marL="685800" indent="0">
              <a:lnSpc>
                <a:spcPct val="90000"/>
              </a:lnSpc>
              <a:buNone/>
              <a:defRPr sz="5400" b="0" cap="none" spc="-50" baseline="0"/>
            </a:lvl4pPr>
            <a:lvl5pPr marL="914400" indent="0">
              <a:lnSpc>
                <a:spcPct val="90000"/>
              </a:lnSpc>
              <a:buNone/>
              <a:defRPr sz="4800" b="0" cap="none" spc="-50" baseline="0"/>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560FC429-4D23-430E-9EDF-7373AE75BFEE}" type="datetime1">
              <a:rPr lang="en-US" smtClean="0"/>
              <a:t>12/19/2025</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340430058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78704" y="1638300"/>
            <a:ext cx="10652760" cy="4748828"/>
          </a:xfrm>
        </p:spPr>
        <p:txBody>
          <a:bodyPr anchor="b">
            <a:noAutofit/>
          </a:bodyPr>
          <a:lstStyle>
            <a:lvl1pPr marL="0" indent="0">
              <a:lnSpc>
                <a:spcPct val="85000"/>
              </a:lnSpc>
              <a:buNone/>
              <a:defRPr sz="7600" b="0" spc="-50" baseline="0"/>
            </a:lvl1pPr>
            <a:lvl2pPr marL="228600" indent="0">
              <a:lnSpc>
                <a:spcPct val="85000"/>
              </a:lnSpc>
              <a:buNone/>
              <a:defRPr sz="6000" b="0" spc="-50" baseline="0"/>
            </a:lvl2pPr>
            <a:lvl3pPr marL="457200" indent="0">
              <a:lnSpc>
                <a:spcPct val="85000"/>
              </a:lnSpc>
              <a:buNone/>
              <a:defRPr sz="5400" b="0" spc="-50" baseline="0"/>
            </a:lvl3pPr>
            <a:lvl4pPr marL="685800" indent="0">
              <a:lnSpc>
                <a:spcPct val="85000"/>
              </a:lnSpc>
              <a:buNone/>
              <a:defRPr sz="4800" b="0" spc="-50" baseline="0"/>
            </a:lvl4pPr>
            <a:lvl5pPr marL="914400" indent="0">
              <a:lnSpc>
                <a:spcPct val="85000"/>
              </a:lnSpc>
              <a:buNone/>
              <a:defRPr sz="4400" b="0" spc="-50" baseline="0"/>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DA76414A-368B-4652-A82D-EB6803F5CA88}" type="datetime1">
              <a:rPr lang="en-US" smtClean="0"/>
              <a:t>12/19/2025</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188832330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cSld name="Statement 3">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78703" y="214840"/>
            <a:ext cx="9966323" cy="4992427"/>
          </a:xfrm>
        </p:spPr>
        <p:txBody>
          <a:bodyPr anchor="t">
            <a:noAutofit/>
          </a:bodyPr>
          <a:lstStyle>
            <a:lvl1pPr marL="0" indent="0">
              <a:lnSpc>
                <a:spcPct val="85000"/>
              </a:lnSpc>
              <a:buNone/>
              <a:defRPr sz="7200" b="0" spc="-50" baseline="0">
                <a:solidFill>
                  <a:schemeClr val="accent1"/>
                </a:solidFill>
              </a:defRPr>
            </a:lvl1pPr>
            <a:lvl2pPr marL="228600" indent="0">
              <a:lnSpc>
                <a:spcPct val="85000"/>
              </a:lnSpc>
              <a:buNone/>
              <a:defRPr sz="7200" b="0" spc="-50" baseline="0">
                <a:solidFill>
                  <a:schemeClr val="accent1"/>
                </a:solidFill>
              </a:defRPr>
            </a:lvl2pPr>
            <a:lvl3pPr marL="457200" indent="0">
              <a:lnSpc>
                <a:spcPct val="85000"/>
              </a:lnSpc>
              <a:buNone/>
              <a:defRPr sz="7200" b="0" spc="-50" baseline="0">
                <a:solidFill>
                  <a:schemeClr val="accent1"/>
                </a:solidFill>
              </a:defRPr>
            </a:lvl3pPr>
            <a:lvl4pPr marL="685800" indent="0">
              <a:lnSpc>
                <a:spcPct val="85000"/>
              </a:lnSpc>
              <a:buNone/>
              <a:defRPr sz="7200" b="0" spc="-50" baseline="0">
                <a:solidFill>
                  <a:schemeClr val="accent1"/>
                </a:solidFill>
              </a:defRPr>
            </a:lvl4pPr>
            <a:lvl5pPr marL="914400" indent="0">
              <a:lnSpc>
                <a:spcPct val="85000"/>
              </a:lnSpc>
              <a:buNone/>
              <a:defRPr sz="7200" b="0" spc="-50" baseline="0">
                <a:solidFill>
                  <a:schemeClr val="accent1"/>
                </a:solidFill>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391DBFD5-B703-412C-946A-2366F0A22D6B}" type="datetime1">
              <a:rPr lang="en-US" smtClean="0"/>
              <a:t>12/19/2025</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363736841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Statement 4">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78704" y="214840"/>
            <a:ext cx="10062576" cy="5040554"/>
          </a:xfrm>
        </p:spPr>
        <p:txBody>
          <a:bodyPr anchor="t">
            <a:noAutofit/>
          </a:bodyPr>
          <a:lstStyle>
            <a:lvl1pPr marL="0" indent="0">
              <a:lnSpc>
                <a:spcPct val="85000"/>
              </a:lnSpc>
              <a:buNone/>
              <a:defRPr sz="7600" b="0" spc="-50" baseline="0">
                <a:solidFill>
                  <a:schemeClr val="accent1">
                    <a:lumMod val="60000"/>
                    <a:lumOff val="40000"/>
                    <a:alpha val="80000"/>
                  </a:schemeClr>
                </a:solidFill>
              </a:defRPr>
            </a:lvl1pPr>
            <a:lvl2pPr marL="228600" indent="0">
              <a:lnSpc>
                <a:spcPct val="85000"/>
              </a:lnSpc>
              <a:buNone/>
              <a:defRPr sz="7600" b="0" spc="-50" baseline="0">
                <a:solidFill>
                  <a:schemeClr val="accent1">
                    <a:lumMod val="60000"/>
                    <a:lumOff val="40000"/>
                    <a:alpha val="80000"/>
                  </a:schemeClr>
                </a:solidFill>
              </a:defRPr>
            </a:lvl2pPr>
            <a:lvl3pPr marL="457200" indent="0">
              <a:lnSpc>
                <a:spcPct val="85000"/>
              </a:lnSpc>
              <a:buNone/>
              <a:defRPr sz="7600" b="0" spc="-50" baseline="0">
                <a:solidFill>
                  <a:schemeClr val="accent1">
                    <a:lumMod val="60000"/>
                    <a:lumOff val="40000"/>
                    <a:alpha val="80000"/>
                  </a:schemeClr>
                </a:solidFill>
              </a:defRPr>
            </a:lvl3pPr>
            <a:lvl4pPr marL="685800" indent="0">
              <a:lnSpc>
                <a:spcPct val="85000"/>
              </a:lnSpc>
              <a:buNone/>
              <a:defRPr sz="7600" b="0" spc="-50" baseline="0">
                <a:solidFill>
                  <a:schemeClr val="accent1">
                    <a:lumMod val="60000"/>
                    <a:lumOff val="40000"/>
                    <a:alpha val="80000"/>
                  </a:schemeClr>
                </a:solidFill>
              </a:defRPr>
            </a:lvl4pPr>
            <a:lvl5pPr marL="914400" indent="0">
              <a:lnSpc>
                <a:spcPct val="85000"/>
              </a:lnSpc>
              <a:buNone/>
              <a:defRPr sz="7600" b="0" spc="-50" baseline="0">
                <a:solidFill>
                  <a:schemeClr val="accent1">
                    <a:lumMod val="60000"/>
                    <a:lumOff val="40000"/>
                    <a:alpha val="80000"/>
                  </a:schemeClr>
                </a:solidFill>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accent1">
                    <a:lumMod val="60000"/>
                    <a:lumOff val="40000"/>
                  </a:schemeClr>
                </a:solidFill>
              </a:defRPr>
            </a:lvl1p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accent1">
                    <a:lumMod val="60000"/>
                    <a:lumOff val="40000"/>
                  </a:schemeClr>
                </a:solidFill>
              </a:defRPr>
            </a:lvl1pPr>
          </a:lstStyle>
          <a:p>
            <a:fld id="{68854924-AD04-46C8-8FD0-32E5D79D9633}" type="datetime1">
              <a:rPr lang="en-US" smtClean="0"/>
              <a:t>12/19/2025</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accent1">
                    <a:lumMod val="60000"/>
                    <a:lumOff val="40000"/>
                  </a:schemeClr>
                </a:solidFill>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253551247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Statement 5">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8" name="Rectangle: Rounded Corners 7">
            <a:extLst>
              <a:ext uri="{FF2B5EF4-FFF2-40B4-BE49-F238E27FC236}">
                <a16:creationId xmlns:a16="http://schemas.microsoft.com/office/drawing/2014/main" id="{E707BF49-7217-30B5-27A8-C28DF70EA021}"/>
              </a:ext>
              <a:ext uri="{C183D7F6-B498-43B3-948B-1728B52AA6E4}">
                <adec:decorative xmlns:adec="http://schemas.microsoft.com/office/drawing/2017/decorative" val="1"/>
              </a:ext>
            </a:extLst>
          </p:cNvPr>
          <p:cNvSpPr/>
          <p:nvPr/>
        </p:nvSpPr>
        <p:spPr>
          <a:xfrm>
            <a:off x="4914900" y="681175"/>
            <a:ext cx="6594684" cy="5495650"/>
          </a:xfrm>
          <a:prstGeom prst="roundRect">
            <a:avLst>
              <a:gd name="adj" fmla="val 5579"/>
            </a:avLst>
          </a:prstGeom>
          <a:solidFill>
            <a:schemeClr val="accent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EDE6"/>
              </a:solidFill>
              <a:effectLst/>
              <a:uLnTx/>
              <a:uFillTx/>
              <a:latin typeface="Neue Haas Grotesk Text Pro"/>
              <a:ea typeface="+mn-ea"/>
              <a:cs typeface="+mn-cs"/>
            </a:endParaRP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5134062" y="1048623"/>
            <a:ext cx="6014907" cy="4932728"/>
          </a:xfrm>
        </p:spPr>
        <p:txBody>
          <a:bodyPr anchor="b">
            <a:noAutofit/>
          </a:bodyPr>
          <a:lstStyle>
            <a:lvl1pPr marL="0" indent="0">
              <a:lnSpc>
                <a:spcPct val="85000"/>
              </a:lnSpc>
              <a:buNone/>
              <a:defRPr sz="5400" b="0" spc="-50" baseline="0">
                <a:solidFill>
                  <a:schemeClr val="tx2"/>
                </a:solidFill>
              </a:defRPr>
            </a:lvl1pPr>
            <a:lvl2pPr marL="228600" indent="0">
              <a:lnSpc>
                <a:spcPct val="85000"/>
              </a:lnSpc>
              <a:buNone/>
              <a:defRPr sz="4400" b="0" spc="-50" baseline="0">
                <a:solidFill>
                  <a:schemeClr val="tx2"/>
                </a:solidFill>
              </a:defRPr>
            </a:lvl2pPr>
            <a:lvl3pPr marL="457200" indent="0">
              <a:lnSpc>
                <a:spcPct val="85000"/>
              </a:lnSpc>
              <a:buNone/>
              <a:defRPr sz="3600" b="0" spc="-50" baseline="0">
                <a:solidFill>
                  <a:schemeClr val="tx2"/>
                </a:solidFill>
              </a:defRPr>
            </a:lvl3pPr>
            <a:lvl4pPr marL="685800" indent="0">
              <a:lnSpc>
                <a:spcPct val="85000"/>
              </a:lnSpc>
              <a:buNone/>
              <a:defRPr sz="3200" b="0" spc="-50" baseline="0">
                <a:solidFill>
                  <a:schemeClr val="tx2"/>
                </a:solidFill>
              </a:defRPr>
            </a:lvl4pPr>
            <a:lvl5pPr marL="914400" indent="0">
              <a:lnSpc>
                <a:spcPct val="85000"/>
              </a:lnSpc>
              <a:buNone/>
              <a:defRPr sz="2800" b="0" spc="-50" baseline="0">
                <a:solidFill>
                  <a:schemeClr val="tx2"/>
                </a:solidFill>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2"/>
                </a:solidFill>
              </a:defRPr>
            </a:lvl1pPr>
          </a:lstStyle>
          <a:p>
            <a:fld id="{945E2037-E423-4692-A686-AD13A31B3254}" type="datetime1">
              <a:rPr lang="en-US" smtClean="0"/>
              <a:t>12/19/2025</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2"/>
                </a:solidFill>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4170827676"/>
      </p:ext>
    </p:extLst>
  </p:cSld>
  <p:clrMapOvr>
    <a:overrideClrMapping bg1="dk1" tx1="lt1" bg2="dk2" tx2="lt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1542D-3EA5-35E3-406E-8496EA7D4045}"/>
              </a:ext>
            </a:extLst>
          </p:cNvPr>
          <p:cNvSpPr>
            <a:spLocks noGrp="1"/>
          </p:cNvSpPr>
          <p:nvPr>
            <p:ph type="title" hasCustomPrompt="1"/>
          </p:nvPr>
        </p:nvSpPr>
        <p:spPr>
          <a:xfrm>
            <a:off x="1388784" y="5029200"/>
            <a:ext cx="9198864" cy="713232"/>
          </a:xfrm>
        </p:spPr>
        <p:txBody>
          <a:bodyPr anchor="t">
            <a:normAutofit/>
          </a:bodyPr>
          <a:lstStyle>
            <a:lvl1pPr>
              <a:lnSpc>
                <a:spcPct val="90000"/>
              </a:lnSpc>
              <a:defRPr sz="2000" b="1" spc="-50" baseline="0">
                <a:solidFill>
                  <a:schemeClr val="accent1"/>
                </a:solidFill>
              </a:defRPr>
            </a:lvl1pPr>
          </a:lstStyle>
          <a:p>
            <a:r>
              <a:rPr lang="en-US"/>
              <a:t>Quote Author</a:t>
            </a:r>
          </a:p>
        </p:txBody>
      </p:sp>
      <p:sp>
        <p:nvSpPr>
          <p:cNvPr id="7" name="Content Placeholder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1388784" y="1115568"/>
            <a:ext cx="9198864" cy="3584448"/>
          </a:xfrm>
        </p:spPr>
        <p:txBody>
          <a:bodyPr anchor="ctr">
            <a:normAutofit/>
          </a:bodyPr>
          <a:lstStyle>
            <a:lvl1pPr marL="137160" indent="-137160">
              <a:lnSpc>
                <a:spcPct val="90000"/>
              </a:lnSpc>
              <a:spcBef>
                <a:spcPts val="0"/>
              </a:spcBef>
              <a:buFont typeface="Arial" panose="020B0604020202020204" pitchFamily="34" charset="0"/>
              <a:buNone/>
              <a:defRPr sz="5000" spc="-50" baseline="0"/>
            </a:lvl1pPr>
          </a:lstStyle>
          <a:p>
            <a:pPr lvl="0"/>
            <a:r>
              <a:rPr lang="en-US"/>
              <a:t>Click to edit Quote</a:t>
            </a:r>
          </a:p>
        </p:txBody>
      </p:sp>
      <p:sp>
        <p:nvSpPr>
          <p:cNvPr id="4" name="Footer Placeholder 3">
            <a:extLst>
              <a:ext uri="{FF2B5EF4-FFF2-40B4-BE49-F238E27FC236}">
                <a16:creationId xmlns:a16="http://schemas.microsoft.com/office/drawing/2014/main" id="{A4AFB98B-06E5-997A-53DA-CC0E6A618ED8}"/>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5E4CA6F2-8C52-8488-999E-FEF7877BAFC3}"/>
              </a:ext>
            </a:extLst>
          </p:cNvPr>
          <p:cNvSpPr>
            <a:spLocks noGrp="1"/>
          </p:cNvSpPr>
          <p:nvPr>
            <p:ph type="dt" sz="half" idx="10"/>
          </p:nvPr>
        </p:nvSpPr>
        <p:spPr/>
        <p:txBody>
          <a:bodyPr/>
          <a:lstStyle/>
          <a:p>
            <a:fld id="{B335E6B9-2D9C-4660-92C5-78965463CC8F}" type="datetime1">
              <a:rPr lang="en-US" smtClean="0"/>
              <a:t>12/19/2025</a:t>
            </a:fld>
            <a:endParaRPr lang="en-US"/>
          </a:p>
        </p:txBody>
      </p:sp>
      <p:sp>
        <p:nvSpPr>
          <p:cNvPr id="5" name="Slide Number Placeholder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186597983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Quote 2">
    <p:bg>
      <p:bgPr>
        <a:solidFill>
          <a:schemeClr val="bg1"/>
        </a:solidFill>
        <a:effectLst/>
      </p:bgPr>
    </p:bg>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02FD12FA-BFA3-C887-EBC1-ED898186CB26}"/>
              </a:ext>
              <a:ext uri="{C183D7F6-B498-43B3-948B-1728B52AA6E4}">
                <adec:decorative xmlns:adec="http://schemas.microsoft.com/office/drawing/2017/decorative" val="1"/>
              </a:ext>
            </a:extLst>
          </p:cNvPr>
          <p:cNvSpPr/>
          <p:nvPr/>
        </p:nvSpPr>
        <p:spPr>
          <a:xfrm>
            <a:off x="620201" y="620202"/>
            <a:ext cx="10946701" cy="5617596"/>
          </a:xfrm>
          <a:prstGeom prst="roundRect">
            <a:avLst>
              <a:gd name="adj" fmla="val 5503"/>
            </a:avLst>
          </a:pr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0131542D-3EA5-35E3-406E-8496EA7D4045}"/>
              </a:ext>
            </a:extLst>
          </p:cNvPr>
          <p:cNvSpPr>
            <a:spLocks noGrp="1"/>
          </p:cNvSpPr>
          <p:nvPr>
            <p:ph type="title" hasCustomPrompt="1"/>
          </p:nvPr>
        </p:nvSpPr>
        <p:spPr>
          <a:xfrm>
            <a:off x="1619571" y="4874218"/>
            <a:ext cx="8753896" cy="666427"/>
          </a:xfrm>
        </p:spPr>
        <p:txBody>
          <a:bodyPr anchor="ctr">
            <a:normAutofit/>
          </a:bodyPr>
          <a:lstStyle>
            <a:lvl1pPr algn="r">
              <a:lnSpc>
                <a:spcPct val="90000"/>
              </a:lnSpc>
              <a:defRPr sz="1600" b="0" cap="all" spc="100" baseline="0">
                <a:solidFill>
                  <a:schemeClr val="accent1"/>
                </a:solidFill>
              </a:defRPr>
            </a:lvl1pPr>
          </a:lstStyle>
          <a:p>
            <a:r>
              <a:rPr lang="en-US"/>
              <a:t>Quote Author</a:t>
            </a:r>
          </a:p>
        </p:txBody>
      </p:sp>
      <p:sp>
        <p:nvSpPr>
          <p:cNvPr id="7" name="Content Placeholder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1619571" y="1410343"/>
            <a:ext cx="8753895" cy="3301141"/>
          </a:xfrm>
        </p:spPr>
        <p:txBody>
          <a:bodyPr anchor="t">
            <a:normAutofit/>
          </a:bodyPr>
          <a:lstStyle>
            <a:lvl1pPr marL="164592" indent="-164592">
              <a:lnSpc>
                <a:spcPct val="90000"/>
              </a:lnSpc>
              <a:spcBef>
                <a:spcPts val="0"/>
              </a:spcBef>
              <a:buFont typeface="Arial" panose="020B0604020202020204" pitchFamily="34" charset="0"/>
              <a:buNone/>
              <a:defRPr sz="5000" spc="-50" baseline="0"/>
            </a:lvl1pPr>
          </a:lstStyle>
          <a:p>
            <a:pPr lvl="0"/>
            <a:r>
              <a:rPr lang="en-US"/>
              <a:t>Click to edit Quote</a:t>
            </a:r>
          </a:p>
        </p:txBody>
      </p:sp>
      <p:sp>
        <p:nvSpPr>
          <p:cNvPr id="4" name="Footer Placeholder 3">
            <a:extLst>
              <a:ext uri="{FF2B5EF4-FFF2-40B4-BE49-F238E27FC236}">
                <a16:creationId xmlns:a16="http://schemas.microsoft.com/office/drawing/2014/main" id="{A4AFB98B-06E5-997A-53DA-CC0E6A618ED8}"/>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5E4CA6F2-8C52-8488-999E-FEF7877BAFC3}"/>
              </a:ext>
            </a:extLst>
          </p:cNvPr>
          <p:cNvSpPr>
            <a:spLocks noGrp="1"/>
          </p:cNvSpPr>
          <p:nvPr>
            <p:ph type="dt" sz="half" idx="10"/>
          </p:nvPr>
        </p:nvSpPr>
        <p:spPr/>
        <p:txBody>
          <a:bodyPr/>
          <a:lstStyle/>
          <a:p>
            <a:fld id="{3F82639A-C38B-4DC4-A89D-3A41E7A79ECD}" type="datetime1">
              <a:rPr lang="en-US" smtClean="0"/>
              <a:t>12/19/2025</a:t>
            </a:fld>
            <a:endParaRPr lang="en-US"/>
          </a:p>
        </p:txBody>
      </p:sp>
      <p:sp>
        <p:nvSpPr>
          <p:cNvPr id="5" name="Slide Number Placeholder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2040654777"/>
      </p:ext>
    </p:extLst>
  </p:cSld>
  <p:clrMapOvr>
    <a:overrideClrMapping bg1="lt1" tx1="dk1" bg2="lt2" tx2="dk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Quote 3">
    <p:bg>
      <p:bgPr>
        <a:solidFill>
          <a:schemeClr val="bg2"/>
        </a:solidFill>
        <a:effectLst/>
      </p:bgPr>
    </p:bg>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4A62FBA2-0B46-6A28-875D-1D493CFAC7EE}"/>
              </a:ext>
              <a:ext uri="{C183D7F6-B498-43B3-948B-1728B52AA6E4}">
                <adec:decorative xmlns:adec="http://schemas.microsoft.com/office/drawing/2017/decorative" val="1"/>
              </a:ext>
            </a:extLst>
          </p:cNvPr>
          <p:cNvSpPr/>
          <p:nvPr/>
        </p:nvSpPr>
        <p:spPr>
          <a:xfrm>
            <a:off x="4914900" y="681175"/>
            <a:ext cx="6594684" cy="5495650"/>
          </a:xfrm>
          <a:prstGeom prst="roundRect">
            <a:avLst>
              <a:gd name="adj" fmla="val 5579"/>
            </a:avLst>
          </a:prstGeom>
          <a:solidFill>
            <a:schemeClr val="bg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0131542D-3EA5-35E3-406E-8496EA7D4045}"/>
              </a:ext>
            </a:extLst>
          </p:cNvPr>
          <p:cNvSpPr>
            <a:spLocks noGrp="1"/>
          </p:cNvSpPr>
          <p:nvPr>
            <p:ph type="title" hasCustomPrompt="1"/>
          </p:nvPr>
        </p:nvSpPr>
        <p:spPr>
          <a:xfrm>
            <a:off x="5727126" y="5053386"/>
            <a:ext cx="5337341" cy="829328"/>
          </a:xfrm>
        </p:spPr>
        <p:txBody>
          <a:bodyPr anchor="ctr">
            <a:normAutofit/>
          </a:bodyPr>
          <a:lstStyle>
            <a:lvl1pPr algn="r">
              <a:lnSpc>
                <a:spcPct val="90000"/>
              </a:lnSpc>
              <a:defRPr sz="1600" b="0" cap="all" spc="100" baseline="0">
                <a:solidFill>
                  <a:schemeClr val="tx1"/>
                </a:solidFill>
              </a:defRPr>
            </a:lvl1pPr>
          </a:lstStyle>
          <a:p>
            <a:r>
              <a:rPr lang="en-US"/>
              <a:t>Quote Author</a:t>
            </a:r>
          </a:p>
        </p:txBody>
      </p:sp>
      <p:sp>
        <p:nvSpPr>
          <p:cNvPr id="7" name="Content Placeholder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5374790" y="1078029"/>
            <a:ext cx="5337340" cy="3603028"/>
          </a:xfrm>
        </p:spPr>
        <p:txBody>
          <a:bodyPr anchor="t">
            <a:normAutofit/>
          </a:bodyPr>
          <a:lstStyle>
            <a:lvl1pPr marL="164592" indent="-164592">
              <a:lnSpc>
                <a:spcPct val="95000"/>
              </a:lnSpc>
              <a:spcBef>
                <a:spcPts val="0"/>
              </a:spcBef>
              <a:buFont typeface="Arial" panose="020B0604020202020204" pitchFamily="34" charset="0"/>
              <a:buNone/>
              <a:defRPr sz="4300" spc="-50" baseline="0"/>
            </a:lvl1pPr>
          </a:lstStyle>
          <a:p>
            <a:pPr lvl="0"/>
            <a:r>
              <a:rPr lang="en-US"/>
              <a:t>Click to edit Quote</a:t>
            </a:r>
          </a:p>
        </p:txBody>
      </p:sp>
      <p:sp>
        <p:nvSpPr>
          <p:cNvPr id="4" name="Footer Placeholder 3">
            <a:extLst>
              <a:ext uri="{FF2B5EF4-FFF2-40B4-BE49-F238E27FC236}">
                <a16:creationId xmlns:a16="http://schemas.microsoft.com/office/drawing/2014/main" id="{A4AFB98B-06E5-997A-53DA-CC0E6A618ED8}"/>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5E4CA6F2-8C52-8488-999E-FEF7877BAFC3}"/>
              </a:ext>
            </a:extLst>
          </p:cNvPr>
          <p:cNvSpPr>
            <a:spLocks noGrp="1"/>
          </p:cNvSpPr>
          <p:nvPr>
            <p:ph type="dt" sz="half" idx="10"/>
          </p:nvPr>
        </p:nvSpPr>
        <p:spPr/>
        <p:txBody>
          <a:bodyPr/>
          <a:lstStyle/>
          <a:p>
            <a:fld id="{F5CB1CF8-32E9-4DB7-83A6-BE10A0AD5321}" type="datetime1">
              <a:rPr lang="en-US" smtClean="0"/>
              <a:t>12/19/2025</a:t>
            </a:fld>
            <a:endParaRPr lang="en-US"/>
          </a:p>
        </p:txBody>
      </p:sp>
      <p:sp>
        <p:nvSpPr>
          <p:cNvPr id="5" name="Slide Number Placeholder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3647667553"/>
      </p:ext>
    </p:extLst>
  </p:cSld>
  <p:clrMapOvr>
    <a:overrideClrMapping bg1="lt1" tx1="dk1" bg2="lt2" tx2="dk2" accent1="accent1" accent2="accent2" accent3="accent3" accent4="accent4" accent5="accent5" accent6="accent6" hlink="hlink" folHlink="folHlink"/>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Quote 4">
    <p:bg>
      <p:bgPr>
        <a:solidFill>
          <a:schemeClr val="accent1">
            <a:lumMod val="75000"/>
          </a:schemeClr>
        </a:solidFill>
        <a:effectLst/>
      </p:bgPr>
    </p:bg>
    <p:spTree>
      <p:nvGrpSpPr>
        <p:cNvPr id="1" name=""/>
        <p:cNvGrpSpPr/>
        <p:nvPr/>
      </p:nvGrpSpPr>
      <p:grpSpPr>
        <a:xfrm>
          <a:off x="0" y="0"/>
          <a:ext cx="0" cy="0"/>
          <a:chOff x="0" y="0"/>
          <a:chExt cx="0" cy="0"/>
        </a:xfrm>
      </p:grpSpPr>
      <p:sp>
        <p:nvSpPr>
          <p:cNvPr id="10" name="Rectangle: Rounded Corners 9">
            <a:extLst>
              <a:ext uri="{FF2B5EF4-FFF2-40B4-BE49-F238E27FC236}">
                <a16:creationId xmlns:a16="http://schemas.microsoft.com/office/drawing/2014/main" id="{E09F9171-FD47-8BB5-3DF9-885F03500FB9}"/>
              </a:ext>
              <a:ext uri="{C183D7F6-B498-43B3-948B-1728B52AA6E4}">
                <adec:decorative xmlns:adec="http://schemas.microsoft.com/office/drawing/2017/decorative" val="1"/>
              </a:ext>
            </a:extLst>
          </p:cNvPr>
          <p:cNvSpPr/>
          <p:nvPr/>
        </p:nvSpPr>
        <p:spPr>
          <a:xfrm>
            <a:off x="1880801" y="1175284"/>
            <a:ext cx="8430399" cy="4507431"/>
          </a:xfrm>
          <a:prstGeom prst="roundRect">
            <a:avLst>
              <a:gd name="adj" fmla="val 10241"/>
            </a:avLst>
          </a:prstGeom>
          <a:solidFill>
            <a:schemeClr val="accent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0131542D-3EA5-35E3-406E-8496EA7D4045}"/>
              </a:ext>
            </a:extLst>
          </p:cNvPr>
          <p:cNvSpPr>
            <a:spLocks noGrp="1"/>
          </p:cNvSpPr>
          <p:nvPr>
            <p:ph type="title" hasCustomPrompt="1"/>
          </p:nvPr>
        </p:nvSpPr>
        <p:spPr>
          <a:xfrm>
            <a:off x="2506436" y="4727007"/>
            <a:ext cx="7179129" cy="693019"/>
          </a:xfrm>
        </p:spPr>
        <p:txBody>
          <a:bodyPr anchor="t">
            <a:normAutofit/>
          </a:bodyPr>
          <a:lstStyle>
            <a:lvl1pPr algn="ctr">
              <a:lnSpc>
                <a:spcPct val="120000"/>
              </a:lnSpc>
              <a:defRPr sz="1400" b="0" cap="all" spc="100" baseline="0">
                <a:solidFill>
                  <a:srgbClr val="F0EDE6"/>
                </a:solidFill>
              </a:defRPr>
            </a:lvl1pPr>
          </a:lstStyle>
          <a:p>
            <a:r>
              <a:rPr lang="en-US"/>
              <a:t>Quote Author</a:t>
            </a:r>
          </a:p>
        </p:txBody>
      </p:sp>
      <p:sp>
        <p:nvSpPr>
          <p:cNvPr id="7" name="Content Placeholder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2506436" y="1638300"/>
            <a:ext cx="7179129" cy="2972201"/>
          </a:xfrm>
        </p:spPr>
        <p:txBody>
          <a:bodyPr anchor="ctr">
            <a:normAutofit/>
          </a:bodyPr>
          <a:lstStyle>
            <a:lvl1pPr marL="137160" indent="-137160" algn="ctr">
              <a:lnSpc>
                <a:spcPct val="90000"/>
              </a:lnSpc>
              <a:spcBef>
                <a:spcPts val="0"/>
              </a:spcBef>
              <a:buFont typeface="Arial" panose="020B0604020202020204" pitchFamily="34" charset="0"/>
              <a:buNone/>
              <a:defRPr sz="4000" spc="-50" baseline="0">
                <a:solidFill>
                  <a:srgbClr val="F0EDE6"/>
                </a:solidFill>
              </a:defRPr>
            </a:lvl1pPr>
          </a:lstStyle>
          <a:p>
            <a:pPr lvl="0"/>
            <a:r>
              <a:rPr lang="en-US"/>
              <a:t>Click to edit Quote</a:t>
            </a:r>
          </a:p>
        </p:txBody>
      </p:sp>
      <p:sp>
        <p:nvSpPr>
          <p:cNvPr id="4" name="Footer Placeholder 3">
            <a:extLst>
              <a:ext uri="{FF2B5EF4-FFF2-40B4-BE49-F238E27FC236}">
                <a16:creationId xmlns:a16="http://schemas.microsoft.com/office/drawing/2014/main" id="{A4AFB98B-06E5-997A-53DA-CC0E6A618ED8}"/>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3" name="Date Placeholder 2">
            <a:extLst>
              <a:ext uri="{FF2B5EF4-FFF2-40B4-BE49-F238E27FC236}">
                <a16:creationId xmlns:a16="http://schemas.microsoft.com/office/drawing/2014/main" id="{5E4CA6F2-8C52-8488-999E-FEF7877BAFC3}"/>
              </a:ext>
            </a:extLst>
          </p:cNvPr>
          <p:cNvSpPr>
            <a:spLocks noGrp="1"/>
          </p:cNvSpPr>
          <p:nvPr>
            <p:ph type="dt" sz="half" idx="10"/>
          </p:nvPr>
        </p:nvSpPr>
        <p:spPr/>
        <p:txBody>
          <a:bodyPr/>
          <a:lstStyle>
            <a:lvl1pPr>
              <a:defRPr>
                <a:solidFill>
                  <a:schemeClr val="tx2"/>
                </a:solidFill>
              </a:defRPr>
            </a:lvl1pPr>
          </a:lstStyle>
          <a:p>
            <a:fld id="{D4283D50-03BE-4B63-B394-3AFFE93B94AD}" type="datetime1">
              <a:rPr lang="en-US" smtClean="0"/>
              <a:t>12/19/2025</a:t>
            </a:fld>
            <a:endParaRPr lang="en-US"/>
          </a:p>
        </p:txBody>
      </p:sp>
      <p:sp>
        <p:nvSpPr>
          <p:cNvPr id="5" name="Slide Number Placeholder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a:lstStyle>
            <a:lvl1pPr>
              <a:defRPr>
                <a:solidFill>
                  <a:schemeClr val="tx2"/>
                </a:solidFill>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3893288501"/>
      </p:ext>
    </p:extLst>
  </p:cSld>
  <p:clrMapOvr>
    <a:overrideClrMapping bg1="dk1" tx1="lt1" bg2="dk2" tx2="lt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Quote 5">
    <p:bg>
      <p:bgPr>
        <a:solidFill>
          <a:schemeClr val="accent1"/>
        </a:solidFill>
        <a:effectLst/>
      </p:bgPr>
    </p:bg>
    <p:spTree>
      <p:nvGrpSpPr>
        <p:cNvPr id="1" name=""/>
        <p:cNvGrpSpPr/>
        <p:nvPr/>
      </p:nvGrpSpPr>
      <p:grpSpPr>
        <a:xfrm>
          <a:off x="0" y="0"/>
          <a:ext cx="0" cy="0"/>
          <a:chOff x="0" y="0"/>
          <a:chExt cx="0" cy="0"/>
        </a:xfrm>
      </p:grpSpPr>
      <p:sp>
        <p:nvSpPr>
          <p:cNvPr id="9" name="Rectangle: Rounded Corners 8">
            <a:extLst>
              <a:ext uri="{FF2B5EF4-FFF2-40B4-BE49-F238E27FC236}">
                <a16:creationId xmlns:a16="http://schemas.microsoft.com/office/drawing/2014/main" id="{8F509A19-2BCA-5719-B875-5ED135FBF473}"/>
              </a:ext>
              <a:ext uri="{C183D7F6-B498-43B3-948B-1728B52AA6E4}">
                <adec:decorative xmlns:adec="http://schemas.microsoft.com/office/drawing/2017/decorative" val="1"/>
              </a:ext>
            </a:extLst>
          </p:cNvPr>
          <p:cNvSpPr/>
          <p:nvPr/>
        </p:nvSpPr>
        <p:spPr>
          <a:xfrm>
            <a:off x="1371600" y="1088757"/>
            <a:ext cx="9484963" cy="4680487"/>
          </a:xfrm>
          <a:prstGeom prst="roundRect">
            <a:avLst>
              <a:gd name="adj" fmla="val 6755"/>
            </a:avLst>
          </a:prstGeom>
          <a:solidFill>
            <a:schemeClr val="accent1">
              <a:lumMod val="60000"/>
              <a:lumOff val="40000"/>
              <a:alpha val="50000"/>
            </a:schemeClr>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0131542D-3EA5-35E3-406E-8496EA7D4045}"/>
              </a:ext>
            </a:extLst>
          </p:cNvPr>
          <p:cNvSpPr>
            <a:spLocks noGrp="1"/>
          </p:cNvSpPr>
          <p:nvPr>
            <p:ph type="title" hasCustomPrompt="1"/>
          </p:nvPr>
        </p:nvSpPr>
        <p:spPr>
          <a:xfrm>
            <a:off x="2046022" y="4652721"/>
            <a:ext cx="8105614" cy="666427"/>
          </a:xfrm>
        </p:spPr>
        <p:txBody>
          <a:bodyPr anchor="ctr">
            <a:normAutofit/>
          </a:bodyPr>
          <a:lstStyle>
            <a:lvl1pPr algn="r">
              <a:lnSpc>
                <a:spcPct val="90000"/>
              </a:lnSpc>
              <a:defRPr sz="1600" b="0" cap="all" spc="100" baseline="0">
                <a:solidFill>
                  <a:schemeClr val="tx2"/>
                </a:solidFill>
              </a:defRPr>
            </a:lvl1pPr>
          </a:lstStyle>
          <a:p>
            <a:r>
              <a:rPr lang="en-US"/>
              <a:t>Quote Author</a:t>
            </a:r>
          </a:p>
        </p:txBody>
      </p:sp>
      <p:sp>
        <p:nvSpPr>
          <p:cNvPr id="7" name="Content Placeholder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2036398" y="1638300"/>
            <a:ext cx="8105614" cy="2898186"/>
          </a:xfrm>
        </p:spPr>
        <p:txBody>
          <a:bodyPr anchor="t">
            <a:normAutofit/>
          </a:bodyPr>
          <a:lstStyle>
            <a:lvl1pPr marL="164592" indent="-164592">
              <a:lnSpc>
                <a:spcPct val="90000"/>
              </a:lnSpc>
              <a:spcBef>
                <a:spcPts val="0"/>
              </a:spcBef>
              <a:buFont typeface="Arial" panose="020B0604020202020204" pitchFamily="34" charset="0"/>
              <a:buNone/>
              <a:defRPr sz="5000" spc="-50" baseline="0">
                <a:solidFill>
                  <a:schemeClr val="tx2"/>
                </a:solidFill>
              </a:defRPr>
            </a:lvl1pPr>
          </a:lstStyle>
          <a:p>
            <a:pPr lvl="0"/>
            <a:r>
              <a:rPr lang="en-US"/>
              <a:t>Click to edit Quote</a:t>
            </a:r>
          </a:p>
        </p:txBody>
      </p:sp>
      <p:sp>
        <p:nvSpPr>
          <p:cNvPr id="4" name="Footer Placeholder 3">
            <a:extLst>
              <a:ext uri="{FF2B5EF4-FFF2-40B4-BE49-F238E27FC236}">
                <a16:creationId xmlns:a16="http://schemas.microsoft.com/office/drawing/2014/main" id="{A4AFB98B-06E5-997A-53DA-CC0E6A618ED8}"/>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3" name="Date Placeholder 2">
            <a:extLst>
              <a:ext uri="{FF2B5EF4-FFF2-40B4-BE49-F238E27FC236}">
                <a16:creationId xmlns:a16="http://schemas.microsoft.com/office/drawing/2014/main" id="{5E4CA6F2-8C52-8488-999E-FEF7877BAFC3}"/>
              </a:ext>
            </a:extLst>
          </p:cNvPr>
          <p:cNvSpPr>
            <a:spLocks noGrp="1"/>
          </p:cNvSpPr>
          <p:nvPr>
            <p:ph type="dt" sz="half" idx="10"/>
          </p:nvPr>
        </p:nvSpPr>
        <p:spPr/>
        <p:txBody>
          <a:bodyPr/>
          <a:lstStyle>
            <a:lvl1pPr>
              <a:defRPr>
                <a:solidFill>
                  <a:schemeClr val="tx2"/>
                </a:solidFill>
              </a:defRPr>
            </a:lvl1pPr>
          </a:lstStyle>
          <a:p>
            <a:fld id="{07DA69C6-AB86-4555-AFCA-374D463A1405}" type="datetime1">
              <a:rPr lang="en-US" smtClean="0"/>
              <a:t>12/19/2025</a:t>
            </a:fld>
            <a:endParaRPr lang="en-US"/>
          </a:p>
        </p:txBody>
      </p:sp>
      <p:sp>
        <p:nvSpPr>
          <p:cNvPr id="5" name="Slide Number Placeholder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a:lstStyle>
            <a:lvl1pPr>
              <a:defRPr>
                <a:solidFill>
                  <a:schemeClr val="tx2"/>
                </a:solidFill>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343190527"/>
      </p:ext>
    </p:extLst>
  </p:cSld>
  <p:clrMapOvr>
    <a:overrideClrMapping bg1="dk1" tx1="lt1" bg2="dk2" tx2="lt2" accent1="accent1" accent2="accent2" accent3="accent3" accent4="accent4" accent5="accent5" accent6="accent6" hlink="hlink" folHlink="folHlink"/>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2880" y="219456"/>
            <a:ext cx="11326704" cy="1041564"/>
          </a:xfrm>
        </p:spPr>
        <p:txBody>
          <a:bodyPr/>
          <a:lstStyle/>
          <a:p>
            <a:r>
              <a:rPr lang="en-US"/>
              <a:t>Click to edit Master title style</a:t>
            </a:r>
          </a:p>
        </p:txBody>
      </p:sp>
      <p:sp>
        <p:nvSpPr>
          <p:cNvPr id="9" name="Text Placeholder 8">
            <a:extLst>
              <a:ext uri="{FF2B5EF4-FFF2-40B4-BE49-F238E27FC236}">
                <a16:creationId xmlns:a16="http://schemas.microsoft.com/office/drawing/2014/main" id="{DA7BFCD9-16A4-5745-7BB3-7836095FF16B}"/>
              </a:ext>
            </a:extLst>
          </p:cNvPr>
          <p:cNvSpPr>
            <a:spLocks noGrp="1"/>
          </p:cNvSpPr>
          <p:nvPr>
            <p:ph type="body" sz="quarter" idx="13"/>
          </p:nvPr>
        </p:nvSpPr>
        <p:spPr>
          <a:xfrm>
            <a:off x="182880" y="1645920"/>
            <a:ext cx="5416759" cy="47259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0">
            <a:extLst>
              <a:ext uri="{FF2B5EF4-FFF2-40B4-BE49-F238E27FC236}">
                <a16:creationId xmlns:a16="http://schemas.microsoft.com/office/drawing/2014/main" id="{F30EDC57-7D17-D4C8-5C60-A44A480EA997}"/>
              </a:ext>
            </a:extLst>
          </p:cNvPr>
          <p:cNvSpPr>
            <a:spLocks noGrp="1"/>
          </p:cNvSpPr>
          <p:nvPr>
            <p:ph type="body" sz="quarter" idx="14"/>
          </p:nvPr>
        </p:nvSpPr>
        <p:spPr>
          <a:xfrm>
            <a:off x="6248400" y="1645920"/>
            <a:ext cx="5261184" cy="47259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0B5B9CE9-04E1-4A30-9610-62B3B25B32C1}" type="datetime1">
              <a:rPr lang="en-US" smtClean="0"/>
              <a:t>12/19/2025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429017794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181186" y="219456"/>
            <a:ext cx="11274552" cy="789851"/>
          </a:xfrm>
        </p:spPr>
        <p:txBody>
          <a:bodyPr/>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181185" y="1009307"/>
            <a:ext cx="5212080" cy="559834"/>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ext Placeholder 10">
            <a:extLst>
              <a:ext uri="{FF2B5EF4-FFF2-40B4-BE49-F238E27FC236}">
                <a16:creationId xmlns:a16="http://schemas.microsoft.com/office/drawing/2014/main" id="{7B5BB1DC-4DAA-D220-25A9-5752C158FDD3}"/>
              </a:ext>
            </a:extLst>
          </p:cNvPr>
          <p:cNvSpPr>
            <a:spLocks noGrp="1"/>
          </p:cNvSpPr>
          <p:nvPr>
            <p:ph type="body" sz="quarter" idx="13"/>
          </p:nvPr>
        </p:nvSpPr>
        <p:spPr>
          <a:xfrm>
            <a:off x="181631" y="1649451"/>
            <a:ext cx="5211762" cy="4343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245352" y="1009307"/>
            <a:ext cx="5212080" cy="559834"/>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Text Placeholder 12">
            <a:extLst>
              <a:ext uri="{FF2B5EF4-FFF2-40B4-BE49-F238E27FC236}">
                <a16:creationId xmlns:a16="http://schemas.microsoft.com/office/drawing/2014/main" id="{BAB67A04-5E8D-18C5-D47A-A5B5CFE568A1}"/>
              </a:ext>
            </a:extLst>
          </p:cNvPr>
          <p:cNvSpPr>
            <a:spLocks noGrp="1"/>
          </p:cNvSpPr>
          <p:nvPr>
            <p:ph type="body" sz="quarter" idx="14"/>
          </p:nvPr>
        </p:nvSpPr>
        <p:spPr>
          <a:xfrm>
            <a:off x="6245352" y="1649451"/>
            <a:ext cx="5213350" cy="4343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a:t>Sample Footer Text</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C397DEDC-8F58-44F8-A177-8A00C8A4C6DB}" type="datetime1">
              <a:rPr lang="en-US" smtClean="0"/>
              <a:t>12/19/2025</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14418313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1C995DE8-BB4A-408C-A60C-374B496D02BA}" type="datetime1">
              <a:rPr lang="en-US" smtClean="0"/>
              <a:t>12/19/2025</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55521150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Sample Footer Text</a:t>
            </a:r>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646851F7-84B8-47C4-B767-E94FA9BAA188}" type="datetime1">
              <a:rPr lang="en-US" smtClean="0"/>
              <a:t>12/19/2025</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63197517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178704" y="218113"/>
            <a:ext cx="3363393" cy="2345471"/>
          </a:xfrm>
        </p:spPr>
        <p:txBody>
          <a:bodyPr anchor="t">
            <a:normAutofit/>
          </a:bodyPr>
          <a:lstStyle>
            <a:lvl1pPr>
              <a:defRPr sz="3000"/>
            </a:lvl1pPr>
          </a:lstStyle>
          <a:p>
            <a:r>
              <a:rPr lang="en-US"/>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178704" y="2563586"/>
            <a:ext cx="3363393" cy="3708232"/>
          </a:xfrm>
        </p:spPr>
        <p:txBody>
          <a:bodyPr anchor="b">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914900" y="218114"/>
            <a:ext cx="6688836" cy="6088068"/>
          </a:xfrm>
        </p:spPr>
        <p:txBody>
          <a:bodyPr vert="horz" lIns="91440" tIns="45720" rIns="91440" bIns="45720" rtlCol="0">
            <a:normAutofit/>
          </a:bodyPr>
          <a:lstStyle>
            <a:lvl1pPr>
              <a:defRPr lang="en-US" sz="1400" dirty="0"/>
            </a:lvl1pPr>
            <a:lvl2pPr>
              <a:defRPr lang="en-US" sz="1400" dirty="0"/>
            </a:lvl2pPr>
            <a:lvl3pPr>
              <a:defRPr lang="en-US" sz="1400" dirty="0"/>
            </a:lvl3pPr>
            <a:lvl4pPr>
              <a:defRPr lang="en-US" sz="1400" dirty="0"/>
            </a:lvl4pPr>
            <a:lvl5pPr>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93482DE2-0335-4BF2-A8F9-5A9E4F82FC09}" type="datetime1">
              <a:rPr lang="en-US" smtClean="0"/>
              <a:t>12/19/2025</a:t>
            </a:fld>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4127800831"/>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182880" y="219456"/>
            <a:ext cx="3176337" cy="2628249"/>
          </a:xfrm>
        </p:spPr>
        <p:txBody>
          <a:bodyPr anchor="t">
            <a:normAutofit/>
          </a:bodyPr>
          <a:lstStyle>
            <a:lvl1pPr>
              <a:defRPr sz="3000"/>
            </a:lvl1pPr>
          </a:lstStyle>
          <a:p>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178705" y="2847706"/>
            <a:ext cx="3180512" cy="3424111"/>
          </a:xfrm>
        </p:spPr>
        <p:txBody>
          <a:bodyPr vert="horz" lIns="91440" tIns="45720" rIns="91440" bIns="45720" rtlCol="0" anchor="b">
            <a:normAutofit/>
          </a:bodyPr>
          <a:lstStyle>
            <a:lvl1pPr marL="0" indent="0">
              <a:buNone/>
              <a:defRPr lang="en-US" dirty="0"/>
            </a:lvl1pPr>
          </a:lstStyle>
          <a:p>
            <a:pPr lvl="0"/>
            <a:r>
              <a:rPr lang="en-US"/>
              <a:t>Click to edit Master text styles</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a:xfrm>
            <a:off x="178704" y="6387128"/>
            <a:ext cx="2016929" cy="338328"/>
          </a:xfrm>
        </p:spPr>
        <p:txBody>
          <a:bodyPr/>
          <a:lstStyle/>
          <a:p>
            <a:r>
              <a:rPr lang="en-US"/>
              <a:t>Sample Footer Text</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a:xfrm>
            <a:off x="2310493" y="6387128"/>
            <a:ext cx="917224" cy="338328"/>
          </a:xfrm>
        </p:spPr>
        <p:txBody>
          <a:bodyPr/>
          <a:lstStyle/>
          <a:p>
            <a:fld id="{842EC803-812E-4F8B-A77B-00A746763209}" type="datetime1">
              <a:rPr lang="en-US" smtClean="0"/>
              <a:t>12/19/2025</a:t>
            </a:fld>
            <a:endParaRPr lang="en-US"/>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a:xfrm>
            <a:off x="3227717" y="6387128"/>
            <a:ext cx="457200" cy="338328"/>
          </a:xfrm>
        </p:spPr>
        <p:txBody>
          <a:bodyPr/>
          <a:lstStyle/>
          <a:p>
            <a:fld id="{C8116806-1FD2-4A57-B5EA-7014AB76383B}" type="slidenum">
              <a:rPr lang="en-US" smtClean="0"/>
              <a:t>‹#›</a:t>
            </a:fld>
            <a:endParaRPr lang="en-US"/>
          </a:p>
        </p:txBody>
      </p:sp>
      <p:sp>
        <p:nvSpPr>
          <p:cNvPr id="12" name="Picture Placeholder 2">
            <a:extLst>
              <a:ext uri="{FF2B5EF4-FFF2-40B4-BE49-F238E27FC236}">
                <a16:creationId xmlns:a16="http://schemas.microsoft.com/office/drawing/2014/main" id="{ADACA751-BBB2-3E33-EA6C-54B4A7F6842B}"/>
              </a:ext>
            </a:extLst>
          </p:cNvPr>
          <p:cNvSpPr>
            <a:spLocks noGrp="1"/>
          </p:cNvSpPr>
          <p:nvPr>
            <p:ph type="pic" idx="1" hasCustomPrompt="1"/>
          </p:nvPr>
        </p:nvSpPr>
        <p:spPr>
          <a:xfrm>
            <a:off x="3962400" y="266700"/>
            <a:ext cx="7962900" cy="6324600"/>
          </a:xfrm>
          <a:custGeom>
            <a:avLst/>
            <a:gdLst>
              <a:gd name="connsiteX0" fmla="*/ 264355 w 6785782"/>
              <a:gd name="connsiteY0" fmla="*/ 0 h 6172198"/>
              <a:gd name="connsiteX1" fmla="*/ 6521427 w 6785782"/>
              <a:gd name="connsiteY1" fmla="*/ 0 h 6172198"/>
              <a:gd name="connsiteX2" fmla="*/ 6785782 w 6785782"/>
              <a:gd name="connsiteY2" fmla="*/ 264355 h 6172198"/>
              <a:gd name="connsiteX3" fmla="*/ 6785782 w 6785782"/>
              <a:gd name="connsiteY3" fmla="*/ 5907843 h 6172198"/>
              <a:gd name="connsiteX4" fmla="*/ 6521427 w 6785782"/>
              <a:gd name="connsiteY4" fmla="*/ 6172198 h 6172198"/>
              <a:gd name="connsiteX5" fmla="*/ 264355 w 6785782"/>
              <a:gd name="connsiteY5" fmla="*/ 6172198 h 6172198"/>
              <a:gd name="connsiteX6" fmla="*/ 0 w 6785782"/>
              <a:gd name="connsiteY6" fmla="*/ 5907843 h 6172198"/>
              <a:gd name="connsiteX7" fmla="*/ 0 w 6785782"/>
              <a:gd name="connsiteY7" fmla="*/ 264355 h 6172198"/>
              <a:gd name="connsiteX8" fmla="*/ 264355 w 6785782"/>
              <a:gd name="connsiteY8" fmla="*/ 0 h 6172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785782" h="6172198">
                <a:moveTo>
                  <a:pt x="264355" y="0"/>
                </a:moveTo>
                <a:lnTo>
                  <a:pt x="6521427" y="0"/>
                </a:lnTo>
                <a:cubicBezTo>
                  <a:pt x="6667426" y="0"/>
                  <a:pt x="6785782" y="118356"/>
                  <a:pt x="6785782" y="264355"/>
                </a:cubicBezTo>
                <a:lnTo>
                  <a:pt x="6785782" y="5907843"/>
                </a:lnTo>
                <a:cubicBezTo>
                  <a:pt x="6785782" y="6053842"/>
                  <a:pt x="6667426" y="6172198"/>
                  <a:pt x="6521427" y="6172198"/>
                </a:cubicBezTo>
                <a:lnTo>
                  <a:pt x="264355" y="6172198"/>
                </a:lnTo>
                <a:cubicBezTo>
                  <a:pt x="118356" y="6172198"/>
                  <a:pt x="0" y="6053842"/>
                  <a:pt x="0" y="5907843"/>
                </a:cubicBezTo>
                <a:lnTo>
                  <a:pt x="0" y="264355"/>
                </a:lnTo>
                <a:cubicBezTo>
                  <a:pt x="0" y="118356"/>
                  <a:pt x="118356" y="0"/>
                  <a:pt x="264355" y="0"/>
                </a:cubicBezTo>
                <a:close/>
              </a:path>
            </a:pathLst>
          </a:custGeom>
          <a:blipFill dpi="0" rotWithShape="1">
            <a:blip r:embed="rId2">
              <a:alphaModFix amt="60000"/>
            </a:blip>
            <a:srcRect/>
            <a:stretch>
              <a:fillRect/>
            </a:stretch>
          </a:blipFill>
        </p:spPr>
        <p:txBody>
          <a:bodyPr wrap="square">
            <a:no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 </a:t>
            </a:r>
          </a:p>
        </p:txBody>
      </p:sp>
    </p:spTree>
    <p:extLst>
      <p:ext uri="{BB962C8B-B14F-4D97-AF65-F5344CB8AC3E}">
        <p14:creationId xmlns:p14="http://schemas.microsoft.com/office/powerpoint/2010/main" val="504685608"/>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67861" y="207228"/>
            <a:ext cx="11001943" cy="1790700"/>
          </a:xfrm>
        </p:spPr>
        <p:txBody>
          <a:bodyPr anchor="t">
            <a:noAutofit/>
          </a:bodyPr>
          <a:lstStyle>
            <a:lvl1pPr>
              <a:defRPr sz="7200"/>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1022195" y="3264408"/>
            <a:ext cx="10147610" cy="283464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642CF504-FC97-4D7A-ADA4-4D7971A47BF8}" type="datetime1">
              <a:rPr lang="en-US" smtClean="0"/>
              <a:t>12/19/2025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4105637429"/>
      </p:ext>
    </p:extLst>
  </p:cSld>
  <p:clrMapOvr>
    <a:overrideClrMapping bg1="lt1" tx1="dk1" bg2="lt2" tx2="dk2" accent1="accent1" accent2="accent2" accent3="accent3" accent4="accent4" accent5="accent5" accent6="accent6" hlink="hlink" folHlink="folHlink"/>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2915580" y="1089247"/>
            <a:ext cx="6360840" cy="2171716"/>
          </a:xfrm>
        </p:spPr>
        <p:txBody>
          <a:bodyPr anchor="b">
            <a:noAutofit/>
          </a:bodyPr>
          <a:lstStyle>
            <a:lvl1pPr algn="ctr">
              <a:defRPr sz="7200"/>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3322864" y="3499880"/>
            <a:ext cx="5543550" cy="1771650"/>
          </a:xfrm>
        </p:spPr>
        <p:txBody>
          <a:bodyPr vert="horz" lIns="91440" tIns="45720" rIns="91440" bIns="45720" rtlCol="0">
            <a:normAutofit/>
          </a:bodyPr>
          <a:lstStyle>
            <a:lvl1pPr marL="0" indent="0" algn="ctr">
              <a:buNone/>
              <a:defRPr lang="en-US" sz="1600" dirty="0"/>
            </a:lvl1pPr>
            <a:lvl2pPr marL="228600" indent="0" algn="ctr">
              <a:buNone/>
              <a:defRPr lang="en-US" sz="1600" dirty="0"/>
            </a:lvl2pPr>
            <a:lvl3pPr marL="457200" indent="0" algn="ctr">
              <a:buNone/>
              <a:defRPr lang="en-US" sz="1600" dirty="0"/>
            </a:lvl3pPr>
            <a:lvl4pPr marL="685800" indent="0" algn="ctr">
              <a:buNone/>
              <a:defRPr lang="en-US" sz="1600" dirty="0"/>
            </a:lvl4pPr>
            <a:lvl5pPr marL="914400" indent="0" algn="ctr">
              <a:buNone/>
              <a:defRPr lang="en-US" sz="16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4B6DD06E-1834-4525-8B00-CED1355A3638}" type="datetime1">
              <a:rPr lang="en-US" smtClean="0"/>
              <a:t>12/19/2025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2681495199"/>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182880" y="219456"/>
            <a:ext cx="10835640" cy="969264"/>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182880" y="1183206"/>
            <a:ext cx="10835640" cy="50886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178704" y="6387128"/>
            <a:ext cx="2703777" cy="338328"/>
          </a:xfrm>
          <a:prstGeom prst="rect">
            <a:avLst/>
          </a:prstGeom>
        </p:spPr>
        <p:txBody>
          <a:bodyPr vert="horz" lIns="91440" tIns="45720" rIns="91440" bIns="45720" rtlCol="0" anchor="ctr"/>
          <a:lstStyle>
            <a:lvl1pPr algn="l">
              <a:defRPr sz="750">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0477500" y="6387128"/>
            <a:ext cx="1032084" cy="338328"/>
          </a:xfrm>
          <a:prstGeom prst="rect">
            <a:avLst/>
          </a:prstGeom>
        </p:spPr>
        <p:txBody>
          <a:bodyPr vert="horz" lIns="91440" tIns="45720" rIns="91440" bIns="45720" rtlCol="0" anchor="ctr"/>
          <a:lstStyle>
            <a:lvl1pPr algn="r">
              <a:defRPr sz="750">
                <a:solidFill>
                  <a:schemeClr val="tx1"/>
                </a:solidFill>
              </a:defRPr>
            </a:lvl1pPr>
          </a:lstStyle>
          <a:p>
            <a:fld id="{0C9DF407-AAD9-4F9F-B512-267BEB339CF5}" type="datetime1">
              <a:rPr lang="en-US" smtClean="0"/>
              <a:t>12/19/2025</a:t>
            </a:fld>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509584" y="6387128"/>
            <a:ext cx="457200" cy="338328"/>
          </a:xfrm>
          <a:prstGeom prst="rect">
            <a:avLst/>
          </a:prstGeom>
        </p:spPr>
        <p:txBody>
          <a:bodyPr vert="horz" lIns="91440" tIns="45720" rIns="91440" bIns="45720" rtlCol="0" anchor="ctr"/>
          <a:lstStyle>
            <a:lvl1pPr algn="r">
              <a:defRPr sz="750">
                <a:solidFill>
                  <a:schemeClr val="tx1"/>
                </a:solidFill>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349136028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 id="2147483720" r:id="rId60"/>
    <p:sldLayoutId id="2147483721" r:id="rId61"/>
  </p:sldLayoutIdLst>
  <p:hf sldNum="0" hdr="0" ftr="0" dt="0"/>
  <p:txStyles>
    <p:titleStyle>
      <a:lvl1pPr algn="l" defTabSz="914400" rtl="0" eaLnBrk="1" latinLnBrk="0" hangingPunct="1">
        <a:lnSpc>
          <a:spcPct val="85000"/>
        </a:lnSpc>
        <a:spcBef>
          <a:spcPct val="0"/>
        </a:spcBef>
        <a:buNone/>
        <a:defRPr sz="3000" b="0" kern="1200" spc="-100" baseline="0">
          <a:solidFill>
            <a:schemeClr val="tx1"/>
          </a:solidFill>
          <a:latin typeface="+mj-lt"/>
          <a:ea typeface="+mj-ea"/>
          <a:cs typeface="+mj-cs"/>
        </a:defRPr>
      </a:lvl1pPr>
    </p:titleStyle>
    <p:bodyStyle>
      <a:lvl1pPr marL="285750" indent="-28575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514350" indent="-28575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742950" indent="-28575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71550" indent="-28575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200150" indent="-28575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168">
          <p15:clr>
            <a:srgbClr val="F26B43"/>
          </p15:clr>
        </p15:guide>
        <p15:guide id="4" orient="horz" pos="168">
          <p15:clr>
            <a:srgbClr val="F26B43"/>
          </p15:clr>
        </p15:guide>
        <p15:guide id="5" pos="7512">
          <p15:clr>
            <a:srgbClr val="F26B43"/>
          </p15:clr>
        </p15:guide>
        <p15:guide id="6" orient="horz" pos="4152">
          <p15:clr>
            <a:srgbClr val="F26B43"/>
          </p15:clr>
        </p15:guide>
        <p15:guide id="12" pos="4728">
          <p15:clr>
            <a:srgbClr val="F26B43"/>
          </p15:clr>
        </p15:guide>
        <p15:guide id="13" pos="5328">
          <p15:clr>
            <a:srgbClr val="F26B43"/>
          </p15:clr>
        </p15:guide>
        <p15:guide id="26" pos="2952">
          <p15:clr>
            <a:srgbClr val="F26B43"/>
          </p15:clr>
        </p15:guide>
        <p15:guide id="27" pos="3096">
          <p15:clr>
            <a:srgbClr val="F26B43"/>
          </p15:clr>
        </p15:guide>
        <p15:guide id="29" pos="4128">
          <p15:clr>
            <a:srgbClr val="F26B43"/>
          </p15:clr>
        </p15:guide>
        <p15:guide id="30" pos="1392">
          <p15:clr>
            <a:srgbClr val="F26B43"/>
          </p15:clr>
        </p15:guide>
        <p15:guide id="31" pos="86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hyperlink" Target="https://mailmissouri.sharepoint.com/:x:/r/sites/CapstoneTeam-Ogrp/Shared%20Documents/General/Log%20book.xlsx?d=wac70114c74a14f7b971325c150fd68e0&amp;csf=1&amp;web=1&amp;e=9kDmpJ" TargetMode="External"/><Relationship Id="rId2" Type="http://schemas.openxmlformats.org/officeDocument/2006/relationships/hyperlink" Target="https://mailmissouri.sharepoint.com/:w:/r/sites/CapstoneTeam-Ogrp/Shared%20Documents/General/20251219%20Jupyter%20Table%20of%20Contents.docx?d=wf502ce74151a42a0bbd0300283041245&amp;csf=1&amp;web=1&amp;e=4wUCo8" TargetMode="External"/><Relationship Id="rId1" Type="http://schemas.openxmlformats.org/officeDocument/2006/relationships/slideLayout" Target="../slideLayouts/slideLayout5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2F9178-1A34-0E11-E89D-F1F570251846}"/>
              </a:ext>
            </a:extLst>
          </p:cNvPr>
          <p:cNvSpPr>
            <a:spLocks noGrp="1"/>
          </p:cNvSpPr>
          <p:nvPr>
            <p:ph type="title"/>
          </p:nvPr>
        </p:nvSpPr>
        <p:spPr>
          <a:xfrm>
            <a:off x="1982063" y="5181720"/>
            <a:ext cx="8227873" cy="912763"/>
          </a:xfrm>
        </p:spPr>
        <p:txBody>
          <a:bodyPr/>
          <a:lstStyle/>
          <a:p>
            <a:r>
              <a:rPr lang="en-US" dirty="0">
                <a:latin typeface="Cambria" panose="02040503050406030204" pitchFamily="18" charset="0"/>
                <a:ea typeface="Cambria" panose="02040503050406030204" pitchFamily="18" charset="0"/>
              </a:rPr>
              <a:t>Repo Overview</a:t>
            </a:r>
          </a:p>
        </p:txBody>
      </p:sp>
      <p:graphicFrame>
        <p:nvGraphicFramePr>
          <p:cNvPr id="3" name="Content Placeholder 2">
            <a:extLst>
              <a:ext uri="{FF2B5EF4-FFF2-40B4-BE49-F238E27FC236}">
                <a16:creationId xmlns:a16="http://schemas.microsoft.com/office/drawing/2014/main" id="{B5477A74-E3D5-B8ED-D7E8-C86612D9ACB9}"/>
              </a:ext>
            </a:extLst>
          </p:cNvPr>
          <p:cNvGraphicFramePr>
            <a:graphicFrameLocks noGrp="1"/>
          </p:cNvGraphicFramePr>
          <p:nvPr>
            <p:ph sz="quarter" idx="13"/>
            <p:extLst>
              <p:ext uri="{D42A27DB-BD31-4B8C-83A1-F6EECF244321}">
                <p14:modId xmlns:p14="http://schemas.microsoft.com/office/powerpoint/2010/main" val="2048075080"/>
              </p:ext>
            </p:extLst>
          </p:nvPr>
        </p:nvGraphicFramePr>
        <p:xfrm>
          <a:off x="1982063" y="86265"/>
          <a:ext cx="7955566" cy="474177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itle 1">
            <a:extLst>
              <a:ext uri="{FF2B5EF4-FFF2-40B4-BE49-F238E27FC236}">
                <a16:creationId xmlns:a16="http://schemas.microsoft.com/office/drawing/2014/main" id="{722E7C23-CEA1-7128-BC28-9F248A55A207}"/>
              </a:ext>
            </a:extLst>
          </p:cNvPr>
          <p:cNvSpPr txBox="1">
            <a:spLocks/>
          </p:cNvSpPr>
          <p:nvPr/>
        </p:nvSpPr>
        <p:spPr>
          <a:xfrm>
            <a:off x="8307238" y="4500235"/>
            <a:ext cx="2607188" cy="456382"/>
          </a:xfrm>
          <a:prstGeom prst="rect">
            <a:avLst/>
          </a:prstGeom>
        </p:spPr>
        <p:txBody>
          <a:bodyPr vert="horz" lIns="91440" tIns="45720" rIns="91440" bIns="45720" rtlCol="0" anchor="ctr">
            <a:normAutofit/>
          </a:bodyPr>
          <a:lstStyle>
            <a:lvl1pPr algn="ctr" defTabSz="914400" rtl="0" eaLnBrk="1" latinLnBrk="0" hangingPunct="1">
              <a:lnSpc>
                <a:spcPct val="100000"/>
              </a:lnSpc>
              <a:spcBef>
                <a:spcPct val="0"/>
              </a:spcBef>
              <a:buNone/>
              <a:defRPr sz="2300" b="0" kern="1200" spc="-50" baseline="0">
                <a:solidFill>
                  <a:schemeClr val="tx2"/>
                </a:solidFill>
                <a:latin typeface="+mj-lt"/>
                <a:ea typeface="+mj-ea"/>
                <a:cs typeface="+mj-cs"/>
              </a:defRPr>
            </a:lvl1pPr>
          </a:lstStyle>
          <a:p>
            <a:r>
              <a:rPr lang="en-US" sz="1400" dirty="0">
                <a:latin typeface="Cambria" panose="02040503050406030204" pitchFamily="18" charset="0"/>
                <a:ea typeface="Cambria" panose="02040503050406030204" pitchFamily="18" charset="0"/>
              </a:rPr>
              <a:t>*work in progress</a:t>
            </a:r>
          </a:p>
        </p:txBody>
      </p:sp>
    </p:spTree>
    <p:extLst>
      <p:ext uri="{BB962C8B-B14F-4D97-AF65-F5344CB8AC3E}">
        <p14:creationId xmlns:p14="http://schemas.microsoft.com/office/powerpoint/2010/main" val="29642693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AFC91F-C61C-F3F1-FDB7-C48A30C73989}"/>
              </a:ext>
            </a:extLst>
          </p:cNvPr>
          <p:cNvSpPr>
            <a:spLocks noGrp="1"/>
          </p:cNvSpPr>
          <p:nvPr>
            <p:ph type="title"/>
          </p:nvPr>
        </p:nvSpPr>
        <p:spPr>
          <a:xfrm>
            <a:off x="133815" y="189689"/>
            <a:ext cx="11341905" cy="977654"/>
          </a:xfrm>
        </p:spPr>
        <p:txBody>
          <a:bodyPr vert="horz" lIns="91440" tIns="45720" rIns="91440" bIns="45720" rtlCol="0" anchor="t">
            <a:normAutofit fontScale="90000"/>
          </a:bodyPr>
          <a:lstStyle/>
          <a:p>
            <a:r>
              <a:rPr lang="en-US" dirty="0">
                <a:latin typeface="Cambria" panose="02040503050406030204" pitchFamily="18" charset="0"/>
                <a:ea typeface="Cambria" panose="02040503050406030204" pitchFamily="18" charset="0"/>
              </a:rPr>
              <a:t>Data Workflow</a:t>
            </a:r>
          </a:p>
        </p:txBody>
      </p:sp>
      <p:sp>
        <p:nvSpPr>
          <p:cNvPr id="5" name="TextBox 4">
            <a:extLst>
              <a:ext uri="{FF2B5EF4-FFF2-40B4-BE49-F238E27FC236}">
                <a16:creationId xmlns:a16="http://schemas.microsoft.com/office/drawing/2014/main" id="{813474B5-6F62-44F1-B0A7-46581AE3CA1E}"/>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324639" y="1462666"/>
            <a:ext cx="5771361" cy="4688443"/>
          </a:xfrm>
          <a:prstGeom prst="rect">
            <a:avLst/>
          </a:prstGeom>
        </p:spPr>
        <p:txBody>
          <a:bodyPr>
            <a:normAutofit/>
          </a:bodyPr>
          <a:lstStyle/>
          <a:p>
            <a:pPr>
              <a:spcBef>
                <a:spcPts val="2500"/>
              </a:spcBef>
              <a:spcAft>
                <a:spcPts val="600"/>
              </a:spcAft>
            </a:pPr>
            <a:r>
              <a:rPr lang="en-US" sz="1400" b="1" dirty="0">
                <a:latin typeface="Cambria" panose="02040503050406030204" pitchFamily="18" charset="0"/>
                <a:ea typeface="Cambria" panose="02040503050406030204" pitchFamily="18" charset="0"/>
              </a:rPr>
              <a:t>Data Ingestion and Cleaning </a:t>
            </a:r>
            <a:r>
              <a:rPr lang="en-US" sz="1400" dirty="0">
                <a:latin typeface="Cambria" panose="02040503050406030204" pitchFamily="18" charset="0"/>
                <a:ea typeface="Cambria" panose="02040503050406030204" pitchFamily="18" charset="0"/>
              </a:rPr>
              <a:t>(SpIn_1_Artifacts)</a:t>
            </a:r>
            <a:endParaRPr lang="en-US" sz="1400" b="1" dirty="0">
              <a:latin typeface="Cambria" panose="02040503050406030204" pitchFamily="18" charset="0"/>
              <a:ea typeface="Cambria" panose="02040503050406030204" pitchFamily="18" charset="0"/>
            </a:endParaRPr>
          </a:p>
          <a:p>
            <a:pPr marL="0" lvl="1" indent="0">
              <a:spcBef>
                <a:spcPts val="1000"/>
              </a:spcBef>
              <a:spcAft>
                <a:spcPts val="600"/>
              </a:spcAft>
              <a:buFont typeface="Arial" panose="020B0604020202020204" pitchFamily="34" charset="0"/>
              <a:buNone/>
            </a:pPr>
            <a:r>
              <a:rPr lang="en-US" sz="1600" dirty="0">
                <a:latin typeface="Cambria" panose="02040503050406030204" pitchFamily="18" charset="0"/>
                <a:ea typeface="Cambria" panose="02040503050406030204" pitchFamily="18" charset="0"/>
              </a:rPr>
              <a:t>Raw datasets are ingested and cleaned using specialized Jupyter notebooks to address missing values and standardize text.</a:t>
            </a:r>
          </a:p>
          <a:p>
            <a:pPr>
              <a:lnSpc>
                <a:spcPct val="90000"/>
              </a:lnSpc>
              <a:spcBef>
                <a:spcPts val="2500"/>
              </a:spcBef>
              <a:spcAft>
                <a:spcPts val="600"/>
              </a:spcAft>
            </a:pPr>
            <a:r>
              <a:rPr lang="en-US" sz="1400" b="1" dirty="0">
                <a:latin typeface="Cambria" panose="02040503050406030204" pitchFamily="18" charset="0"/>
                <a:ea typeface="Cambria" panose="02040503050406030204" pitchFamily="18" charset="0"/>
              </a:rPr>
              <a:t>Data Carpentry and Feature Engineering </a:t>
            </a:r>
            <a:r>
              <a:rPr lang="en-US" sz="1400" dirty="0">
                <a:latin typeface="Cambria" panose="02040503050406030204" pitchFamily="18" charset="0"/>
                <a:ea typeface="Cambria" panose="02040503050406030204" pitchFamily="18" charset="0"/>
              </a:rPr>
              <a:t>(SpIn_2_Artifacts)</a:t>
            </a:r>
            <a:r>
              <a:rPr lang="en-US" sz="1400" b="1" dirty="0">
                <a:latin typeface="Cambria" panose="02040503050406030204" pitchFamily="18" charset="0"/>
                <a:ea typeface="Cambria" panose="02040503050406030204" pitchFamily="18" charset="0"/>
              </a:rPr>
              <a:t> </a:t>
            </a:r>
          </a:p>
          <a:p>
            <a:pPr marL="0" lvl="1" indent="0">
              <a:lnSpc>
                <a:spcPct val="90000"/>
              </a:lnSpc>
              <a:spcBef>
                <a:spcPts val="1000"/>
              </a:spcBef>
              <a:spcAft>
                <a:spcPts val="600"/>
              </a:spcAft>
              <a:buFont typeface="Arial" panose="020B0604020202020204" pitchFamily="34" charset="0"/>
              <a:buNone/>
            </a:pPr>
            <a:r>
              <a:rPr lang="en-US" sz="1400" dirty="0">
                <a:latin typeface="Cambria" panose="02040503050406030204" pitchFamily="18" charset="0"/>
                <a:ea typeface="Cambria" panose="02040503050406030204" pitchFamily="18" charset="0"/>
              </a:rPr>
              <a:t>This stage involves creating specialized tables and restructuring data to categorize providers and suppliers effectively.</a:t>
            </a:r>
          </a:p>
          <a:p>
            <a:pPr marL="285750" lvl="1" indent="-285750">
              <a:lnSpc>
                <a:spcPct val="90000"/>
              </a:lnSpc>
              <a:spcBef>
                <a:spcPts val="1000"/>
              </a:spcBef>
              <a:spcAft>
                <a:spcPts val="600"/>
              </a:spcAft>
              <a:buFont typeface="Arial" panose="020B0604020202020204" pitchFamily="34" charset="0"/>
              <a:buChar char="•"/>
            </a:pPr>
            <a:r>
              <a:rPr lang="en-US" sz="1400" dirty="0">
                <a:latin typeface="Cambria" panose="02040503050406030204" pitchFamily="18" charset="0"/>
                <a:ea typeface="Cambria" panose="02040503050406030204" pitchFamily="18" charset="0"/>
              </a:rPr>
              <a:t>Creates multiple subsets and CSVs from cleaned data.</a:t>
            </a:r>
          </a:p>
          <a:p>
            <a:pPr marL="285750" lvl="1" indent="-285750">
              <a:lnSpc>
                <a:spcPct val="90000"/>
              </a:lnSpc>
              <a:spcBef>
                <a:spcPts val="1000"/>
              </a:spcBef>
              <a:spcAft>
                <a:spcPts val="600"/>
              </a:spcAft>
              <a:buFont typeface="Arial" panose="020B0604020202020204" pitchFamily="34" charset="0"/>
              <a:buChar char="•"/>
            </a:pPr>
            <a:r>
              <a:rPr lang="en-US" sz="1400" dirty="0">
                <a:latin typeface="Cambria" panose="02040503050406030204" pitchFamily="18" charset="0"/>
                <a:ea typeface="Cambria" panose="02040503050406030204" pitchFamily="18" charset="0"/>
              </a:rPr>
              <a:t>Feature engineer by deriving min/med/std/max of DMEPOS data.</a:t>
            </a:r>
          </a:p>
          <a:p>
            <a:pPr marL="285750" lvl="1" indent="-285750">
              <a:lnSpc>
                <a:spcPct val="90000"/>
              </a:lnSpc>
              <a:spcBef>
                <a:spcPts val="1000"/>
              </a:spcBef>
              <a:spcAft>
                <a:spcPts val="600"/>
              </a:spcAft>
              <a:buFont typeface="Arial" panose="020B0604020202020204" pitchFamily="34" charset="0"/>
              <a:buChar char="•"/>
            </a:pPr>
            <a:r>
              <a:rPr lang="en-US" sz="1400" dirty="0">
                <a:latin typeface="Cambria" panose="02040503050406030204" pitchFamily="18" charset="0"/>
                <a:ea typeface="Cambria" panose="02040503050406030204" pitchFamily="18" charset="0"/>
              </a:rPr>
              <a:t>Pivot data and merge datasets together.</a:t>
            </a:r>
          </a:p>
          <a:p>
            <a:pPr marL="285750" lvl="1" indent="-285750">
              <a:lnSpc>
                <a:spcPct val="90000"/>
              </a:lnSpc>
              <a:spcBef>
                <a:spcPts val="1000"/>
              </a:spcBef>
              <a:spcAft>
                <a:spcPts val="600"/>
              </a:spcAft>
              <a:buFont typeface="Arial" panose="020B0604020202020204" pitchFamily="34" charset="0"/>
              <a:buChar char="•"/>
            </a:pPr>
            <a:r>
              <a:rPr lang="en-US" sz="1400" dirty="0">
                <a:latin typeface="Cambria" panose="02040503050406030204" pitchFamily="18" charset="0"/>
                <a:ea typeface="Cambria" panose="02040503050406030204" pitchFamily="18" charset="0"/>
              </a:rPr>
              <a:t>Validation on join types and unifying datasets to consolidate disparate data sources = “unified_dataset.csv”</a:t>
            </a:r>
          </a:p>
        </p:txBody>
      </p:sp>
      <p:sp>
        <p:nvSpPr>
          <p:cNvPr id="7" name="TextBox 4">
            <a:extLst>
              <a:ext uri="{FF2B5EF4-FFF2-40B4-BE49-F238E27FC236}">
                <a16:creationId xmlns:a16="http://schemas.microsoft.com/office/drawing/2014/main" id="{F6EB0A11-C6D3-4977-AA34-DFA1E1C64DE3}"/>
              </a:ext>
            </a:extLst>
          </p:cNvPr>
          <p:cNvSpPr txBox="1"/>
          <p:nvPr/>
        </p:nvSpPr>
        <p:spPr>
          <a:xfrm>
            <a:off x="6425753" y="1376877"/>
            <a:ext cx="5441608" cy="4774232"/>
          </a:xfrm>
          <a:prstGeom prst="rect">
            <a:avLst/>
          </a:prstGeom>
        </p:spPr>
        <p:txBody>
          <a:bodyPr>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2500"/>
              </a:spcBef>
              <a:spcAft>
                <a:spcPts val="600"/>
              </a:spcAft>
            </a:pPr>
            <a:r>
              <a:rPr lang="en-US" sz="1400" b="1" dirty="0">
                <a:latin typeface="Cambria" panose="02040503050406030204" pitchFamily="18" charset="0"/>
                <a:ea typeface="Cambria" panose="02040503050406030204" pitchFamily="18" charset="0"/>
              </a:rPr>
              <a:t>Database Setup </a:t>
            </a:r>
            <a:r>
              <a:rPr lang="en-US" sz="1400" dirty="0">
                <a:latin typeface="Cambria" panose="02040503050406030204" pitchFamily="18" charset="0"/>
                <a:ea typeface="Cambria" panose="02040503050406030204" pitchFamily="18" charset="0"/>
              </a:rPr>
              <a:t>(SpIn_3_Artifacts)</a:t>
            </a:r>
          </a:p>
          <a:p>
            <a:pPr>
              <a:spcBef>
                <a:spcPts val="1200"/>
              </a:spcBef>
              <a:spcAft>
                <a:spcPts val="600"/>
              </a:spcAft>
            </a:pPr>
            <a:r>
              <a:rPr lang="en-US" sz="1400" dirty="0">
                <a:latin typeface="Cambria" panose="02040503050406030204" pitchFamily="18" charset="0"/>
                <a:ea typeface="Cambria" panose="02040503050406030204" pitchFamily="18" charset="0"/>
              </a:rPr>
              <a:t>Creating temporary data structures and schemas. This includes the initial setup of the Postgres database. Ensures efficient data storage and proper datatypes that are inefficient with CSVs.</a:t>
            </a:r>
          </a:p>
          <a:p>
            <a:pPr>
              <a:spcBef>
                <a:spcPts val="2500"/>
              </a:spcBef>
              <a:spcAft>
                <a:spcPts val="600"/>
              </a:spcAft>
            </a:pPr>
            <a:r>
              <a:rPr lang="en-US" sz="1400" b="1" dirty="0">
                <a:latin typeface="Cambria" panose="02040503050406030204" pitchFamily="18" charset="0"/>
                <a:ea typeface="Cambria" panose="02040503050406030204" pitchFamily="18" charset="0"/>
              </a:rPr>
              <a:t>Exploratory Data Analysis </a:t>
            </a:r>
            <a:r>
              <a:rPr lang="en-US" sz="1400" dirty="0">
                <a:latin typeface="Cambria" panose="02040503050406030204" pitchFamily="18" charset="0"/>
                <a:ea typeface="Cambria" panose="02040503050406030204" pitchFamily="18" charset="0"/>
              </a:rPr>
              <a:t>(SpIn_4_Artifacts)</a:t>
            </a:r>
            <a:endParaRPr lang="en-US" sz="1400" b="1" dirty="0">
              <a:latin typeface="Cambria" panose="02040503050406030204" pitchFamily="18" charset="0"/>
              <a:ea typeface="Cambria" panose="02040503050406030204" pitchFamily="18" charset="0"/>
            </a:endParaRPr>
          </a:p>
          <a:p>
            <a:pPr marL="0" lvl="1" indent="0">
              <a:spcBef>
                <a:spcPts val="1000"/>
              </a:spcBef>
              <a:spcAft>
                <a:spcPts val="600"/>
              </a:spcAft>
              <a:buFont typeface="Arial" panose="020B0604020202020204" pitchFamily="34" charset="0"/>
              <a:buNone/>
            </a:pPr>
            <a:r>
              <a:rPr lang="en-US" sz="1400" dirty="0">
                <a:latin typeface="Cambria" panose="02040503050406030204" pitchFamily="18" charset="0"/>
                <a:ea typeface="Cambria" panose="02040503050406030204" pitchFamily="18" charset="0"/>
              </a:rPr>
              <a:t>Notebooks analyze all domain datasets (Census, DMEPOS, CMS Payments, LEIE) to discover patterns and show descriptive metrics,</a:t>
            </a:r>
          </a:p>
          <a:p>
            <a:pPr marL="285750" lvl="1" indent="-285750">
              <a:spcBef>
                <a:spcPts val="1000"/>
              </a:spcBef>
              <a:spcAft>
                <a:spcPts val="600"/>
              </a:spcAft>
              <a:buFontTx/>
              <a:buChar char="-"/>
            </a:pPr>
            <a:r>
              <a:rPr lang="en-US" sz="1400" dirty="0">
                <a:latin typeface="Cambria" panose="02040503050406030204" pitchFamily="18" charset="0"/>
                <a:ea typeface="Cambria" panose="02040503050406030204" pitchFamily="18" charset="0"/>
              </a:rPr>
              <a:t>Largest folder so far, includes domain EDA and specific visual scripts. </a:t>
            </a:r>
          </a:p>
          <a:p>
            <a:pPr marL="285750" lvl="1" indent="-285750">
              <a:spcBef>
                <a:spcPts val="1000"/>
              </a:spcBef>
              <a:spcAft>
                <a:spcPts val="600"/>
              </a:spcAft>
              <a:buFontTx/>
              <a:buChar char="-"/>
            </a:pPr>
            <a:endParaRPr lang="en-US" sz="1400" dirty="0">
              <a:latin typeface="Cambria" panose="02040503050406030204" pitchFamily="18" charset="0"/>
              <a:ea typeface="Cambria" panose="02040503050406030204" pitchFamily="18" charset="0"/>
            </a:endParaRPr>
          </a:p>
          <a:p>
            <a:pPr marL="0" lvl="1" indent="0">
              <a:spcBef>
                <a:spcPts val="1000"/>
              </a:spcBef>
              <a:spcAft>
                <a:spcPts val="600"/>
              </a:spcAft>
              <a:buFont typeface="Arial" panose="020B0604020202020204" pitchFamily="34" charset="0"/>
              <a:buNone/>
            </a:pPr>
            <a:endParaRPr lang="en-US" sz="14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3722000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4">
            <a:extLst>
              <a:ext uri="{FF2B5EF4-FFF2-40B4-BE49-F238E27FC236}">
                <a16:creationId xmlns:a16="http://schemas.microsoft.com/office/drawing/2014/main" id="{C2D81F38-0CAE-4B85-884A-F612CBA036D1}"/>
              </a:ext>
            </a:extLst>
          </p:cNvPr>
          <p:cNvSpPr txBox="1"/>
          <p:nvPr/>
        </p:nvSpPr>
        <p:spPr>
          <a:xfrm>
            <a:off x="655607" y="1362875"/>
            <a:ext cx="4827959" cy="4648719"/>
          </a:xfrm>
          <a:prstGeom prst="rect">
            <a:avLst/>
          </a:prstGeom>
        </p:spPr>
        <p:txBody>
          <a:bodyPr lIns="91440" tIns="45720" rIns="91440" bIns="45720" anchor="t">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2500"/>
              </a:spcBef>
              <a:spcAft>
                <a:spcPts val="600"/>
              </a:spcAft>
            </a:pPr>
            <a:r>
              <a:rPr lang="en-US" sz="1400" b="1" dirty="0">
                <a:latin typeface="Cambria" panose="02040503050406030204" pitchFamily="18" charset="0"/>
                <a:ea typeface="Cambria" panose="02040503050406030204" pitchFamily="18" charset="0"/>
              </a:rPr>
              <a:t>Machine Learning Models and Feature Selection </a:t>
            </a:r>
            <a:r>
              <a:rPr lang="en-US" sz="1400" dirty="0">
                <a:latin typeface="Cambria" panose="02040503050406030204" pitchFamily="18" charset="0"/>
                <a:ea typeface="Cambria" panose="02040503050406030204" pitchFamily="18" charset="0"/>
              </a:rPr>
              <a:t>(SpIn_5_Artifacts)</a:t>
            </a:r>
          </a:p>
          <a:p>
            <a:pPr>
              <a:spcBef>
                <a:spcPts val="1200"/>
              </a:spcBef>
              <a:spcAft>
                <a:spcPts val="600"/>
              </a:spcAft>
            </a:pPr>
            <a:r>
              <a:rPr lang="en-US" sz="1400" dirty="0">
                <a:latin typeface="Cambria" panose="02040503050406030204" pitchFamily="18" charset="0"/>
                <a:ea typeface="Cambria" panose="02040503050406030204" pitchFamily="18" charset="0"/>
              </a:rPr>
              <a:t>Trying out the different machine learning models from our research plan. Includes supervised and unsupervised models. </a:t>
            </a:r>
          </a:p>
          <a:p>
            <a:pPr marL="285750" lvl="1" indent="-285750">
              <a:spcBef>
                <a:spcPts val="1000"/>
              </a:spcBef>
              <a:spcAft>
                <a:spcPts val="600"/>
              </a:spcAft>
              <a:buFont typeface="Arial" panose="020B0604020202020204" pitchFamily="34" charset="0"/>
              <a:buChar char="•"/>
            </a:pPr>
            <a:r>
              <a:rPr lang="en-US" sz="1400" dirty="0">
                <a:latin typeface="Cambria" panose="02040503050406030204" pitchFamily="18" charset="0"/>
                <a:ea typeface="Cambria" panose="02040503050406030204" pitchFamily="18" charset="0"/>
              </a:rPr>
              <a:t>Testing out the best K Means clustering algorithm using the elbow method, silhouette score, </a:t>
            </a:r>
            <a:r>
              <a:rPr lang="en-US" sz="1400" dirty="0" err="1">
                <a:latin typeface="Cambria" panose="02040503050406030204" pitchFamily="18" charset="0"/>
                <a:ea typeface="Cambria" panose="02040503050406030204" pitchFamily="18" charset="0"/>
              </a:rPr>
              <a:t>calinski-harabasz</a:t>
            </a:r>
            <a:r>
              <a:rPr lang="en-US" sz="1400" dirty="0">
                <a:latin typeface="Cambria" panose="02040503050406030204" pitchFamily="18" charset="0"/>
                <a:ea typeface="Cambria" panose="02040503050406030204" pitchFamily="18" charset="0"/>
              </a:rPr>
              <a:t> score, and the </a:t>
            </a:r>
            <a:r>
              <a:rPr lang="en-US" sz="1400" dirty="0" err="1">
                <a:latin typeface="Cambria" panose="02040503050406030204" pitchFamily="18" charset="0"/>
                <a:ea typeface="Cambria" panose="02040503050406030204" pitchFamily="18" charset="0"/>
              </a:rPr>
              <a:t>davies-bouldin</a:t>
            </a:r>
            <a:r>
              <a:rPr lang="en-US" sz="1400" dirty="0">
                <a:latin typeface="Cambria" panose="02040503050406030204" pitchFamily="18" charset="0"/>
                <a:ea typeface="Cambria" panose="02040503050406030204" pitchFamily="18" charset="0"/>
              </a:rPr>
              <a:t> score.</a:t>
            </a:r>
          </a:p>
          <a:p>
            <a:pPr marL="285750" lvl="1" indent="-285750">
              <a:spcBef>
                <a:spcPts val="1000"/>
              </a:spcBef>
              <a:spcAft>
                <a:spcPts val="600"/>
              </a:spcAft>
              <a:buFont typeface="Arial" panose="020B0604020202020204" pitchFamily="34" charset="0"/>
              <a:buChar char="•"/>
            </a:pPr>
            <a:r>
              <a:rPr lang="en-US" sz="1400" dirty="0">
                <a:latin typeface="Cambria" panose="02040503050406030204" pitchFamily="18" charset="0"/>
                <a:ea typeface="Cambria" panose="02040503050406030204" pitchFamily="18" charset="0"/>
              </a:rPr>
              <a:t>Testing out the best Local Outlier Factor model using </a:t>
            </a:r>
            <a:r>
              <a:rPr lang="en-US" sz="1400" dirty="0" err="1">
                <a:latin typeface="Cambria" panose="02040503050406030204" pitchFamily="18" charset="0"/>
                <a:ea typeface="Cambria" panose="02040503050406030204" pitchFamily="18" charset="0"/>
              </a:rPr>
              <a:t>GridSearch</a:t>
            </a:r>
            <a:r>
              <a:rPr lang="en-US" sz="1400" dirty="0">
                <a:latin typeface="Cambria" panose="02040503050406030204" pitchFamily="18" charset="0"/>
                <a:ea typeface="Cambria" panose="02040503050406030204" pitchFamily="18" charset="0"/>
              </a:rPr>
              <a:t>.</a:t>
            </a:r>
          </a:p>
          <a:p>
            <a:pPr marL="285750" lvl="1" indent="-285750">
              <a:spcBef>
                <a:spcPts val="1000"/>
              </a:spcBef>
              <a:spcAft>
                <a:spcPts val="600"/>
              </a:spcAft>
              <a:buFont typeface="Arial" panose="020B0604020202020204" pitchFamily="34" charset="0"/>
              <a:buChar char="•"/>
            </a:pPr>
            <a:r>
              <a:rPr lang="en-US" sz="1400" dirty="0">
                <a:latin typeface="Cambria" panose="02040503050406030204" pitchFamily="18" charset="0"/>
                <a:ea typeface="Cambria" panose="02040503050406030204" pitchFamily="18" charset="0"/>
              </a:rPr>
              <a:t>Testing feature selection using </a:t>
            </a:r>
            <a:r>
              <a:rPr lang="en-US" sz="1400" dirty="0" err="1">
                <a:latin typeface="Cambria" panose="02040503050406030204" pitchFamily="18" charset="0"/>
                <a:ea typeface="Cambria" panose="02040503050406030204" pitchFamily="18" charset="0"/>
              </a:rPr>
              <a:t>XGBoost</a:t>
            </a:r>
            <a:r>
              <a:rPr lang="en-US" sz="1400" dirty="0">
                <a:latin typeface="Cambria" panose="02040503050406030204" pitchFamily="18" charset="0"/>
                <a:ea typeface="Cambria" panose="02040503050406030204" pitchFamily="18" charset="0"/>
              </a:rPr>
              <a:t> and class data.</a:t>
            </a:r>
          </a:p>
        </p:txBody>
      </p:sp>
      <p:sp>
        <p:nvSpPr>
          <p:cNvPr id="15" name="Title 1">
            <a:extLst>
              <a:ext uri="{FF2B5EF4-FFF2-40B4-BE49-F238E27FC236}">
                <a16:creationId xmlns:a16="http://schemas.microsoft.com/office/drawing/2014/main" id="{58EFB823-1D6D-F031-CDDE-7D66BF690E3C}"/>
              </a:ext>
            </a:extLst>
          </p:cNvPr>
          <p:cNvSpPr>
            <a:spLocks noGrp="1"/>
          </p:cNvSpPr>
          <p:nvPr>
            <p:ph type="title"/>
          </p:nvPr>
        </p:nvSpPr>
        <p:spPr>
          <a:xfrm>
            <a:off x="133815" y="189689"/>
            <a:ext cx="11341905" cy="977654"/>
          </a:xfrm>
        </p:spPr>
        <p:txBody>
          <a:bodyPr vert="horz" lIns="91440" tIns="45720" rIns="91440" bIns="45720" rtlCol="0" anchor="t">
            <a:normAutofit fontScale="90000"/>
          </a:bodyPr>
          <a:lstStyle/>
          <a:p>
            <a:r>
              <a:rPr lang="en-US" b="0" kern="1200" spc="-100" baseline="0" dirty="0">
                <a:latin typeface="Cambria" panose="02040503050406030204" pitchFamily="18" charset="0"/>
                <a:ea typeface="Cambria" panose="02040503050406030204" pitchFamily="18" charset="0"/>
              </a:rPr>
              <a:t>Data </a:t>
            </a:r>
            <a:r>
              <a:rPr lang="en-US" dirty="0">
                <a:latin typeface="Cambria" panose="02040503050406030204" pitchFamily="18" charset="0"/>
                <a:ea typeface="Cambria" panose="02040503050406030204" pitchFamily="18" charset="0"/>
              </a:rPr>
              <a:t>Workflow</a:t>
            </a:r>
          </a:p>
        </p:txBody>
      </p:sp>
      <p:sp>
        <p:nvSpPr>
          <p:cNvPr id="2" name="TextBox 4">
            <a:extLst>
              <a:ext uri="{FF2B5EF4-FFF2-40B4-BE49-F238E27FC236}">
                <a16:creationId xmlns:a16="http://schemas.microsoft.com/office/drawing/2014/main" id="{DA602D07-9793-8D20-A57C-41A7E7E97F20}"/>
              </a:ext>
            </a:extLst>
          </p:cNvPr>
          <p:cNvSpPr txBox="1"/>
          <p:nvPr/>
        </p:nvSpPr>
        <p:spPr>
          <a:xfrm>
            <a:off x="6096000" y="1362875"/>
            <a:ext cx="4827959" cy="4648719"/>
          </a:xfrm>
          <a:prstGeom prst="rect">
            <a:avLst/>
          </a:prstGeom>
        </p:spPr>
        <p:txBody>
          <a:bodyPr lIns="91440" tIns="45720" rIns="91440" bIns="45720" anchor="t">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2500"/>
              </a:spcBef>
              <a:spcAft>
                <a:spcPts val="600"/>
              </a:spcAft>
            </a:pPr>
            <a:r>
              <a:rPr lang="en-US" sz="1400" b="1" dirty="0">
                <a:latin typeface="Cambria" panose="02040503050406030204" pitchFamily="18" charset="0"/>
                <a:ea typeface="Cambria" panose="02040503050406030204" pitchFamily="18" charset="0"/>
              </a:rPr>
              <a:t>Final Visuals and Reporting </a:t>
            </a:r>
            <a:r>
              <a:rPr lang="en-US" sz="1400" dirty="0">
                <a:latin typeface="Cambria" panose="02040503050406030204" pitchFamily="18" charset="0"/>
                <a:ea typeface="Cambria" panose="02040503050406030204" pitchFamily="18" charset="0"/>
              </a:rPr>
              <a:t>(SpIn_6_Artifacts)</a:t>
            </a:r>
          </a:p>
          <a:p>
            <a:pPr>
              <a:spcBef>
                <a:spcPts val="1200"/>
              </a:spcBef>
              <a:spcAft>
                <a:spcPts val="600"/>
              </a:spcAft>
            </a:pPr>
            <a:r>
              <a:rPr lang="en-US" sz="1400" dirty="0">
                <a:latin typeface="Cambria" panose="02040503050406030204" pitchFamily="18" charset="0"/>
                <a:ea typeface="Cambria" panose="02040503050406030204" pitchFamily="18" charset="0"/>
              </a:rPr>
              <a:t>This will include final visuals and models for our final deliverable. The results should communicate findings to stakeholders clearly.</a:t>
            </a:r>
          </a:p>
          <a:p>
            <a:pPr>
              <a:spcBef>
                <a:spcPts val="1200"/>
              </a:spcBef>
              <a:spcAft>
                <a:spcPts val="600"/>
              </a:spcAft>
            </a:pPr>
            <a:r>
              <a:rPr lang="en-US" sz="1400" dirty="0">
                <a:latin typeface="Cambria" panose="02040503050406030204" pitchFamily="18" charset="0"/>
                <a:ea typeface="Cambria" panose="02040503050406030204" pitchFamily="18" charset="0"/>
              </a:rPr>
              <a:t>- WORK IN PROGRESS, NO FINAL MODELS CHOSEN YET</a:t>
            </a:r>
          </a:p>
        </p:txBody>
      </p:sp>
    </p:spTree>
    <p:extLst>
      <p:ext uri="{BB962C8B-B14F-4D97-AF65-F5344CB8AC3E}">
        <p14:creationId xmlns:p14="http://schemas.microsoft.com/office/powerpoint/2010/main" val="34394931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CF9EB5-669A-807D-FD0D-B6B8D344F6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340F2E-36CC-99C0-E2E1-9647B3917D89}"/>
              </a:ext>
            </a:extLst>
          </p:cNvPr>
          <p:cNvSpPr>
            <a:spLocks noGrp="1"/>
          </p:cNvSpPr>
          <p:nvPr>
            <p:ph type="title"/>
          </p:nvPr>
        </p:nvSpPr>
        <p:spPr/>
        <p:txBody>
          <a:bodyPr>
            <a:normAutofit/>
          </a:bodyPr>
          <a:lstStyle/>
          <a:p>
            <a:r>
              <a:rPr lang="en-US" sz="2300" dirty="0">
                <a:latin typeface="Cambria" panose="02040503050406030204" pitchFamily="18" charset="0"/>
                <a:ea typeface="Cambria" panose="02040503050406030204" pitchFamily="18" charset="0"/>
              </a:rPr>
              <a:t>Repo Overview</a:t>
            </a:r>
          </a:p>
        </p:txBody>
      </p:sp>
      <p:sp>
        <p:nvSpPr>
          <p:cNvPr id="10" name="Content Placeholder 9">
            <a:extLst>
              <a:ext uri="{FF2B5EF4-FFF2-40B4-BE49-F238E27FC236}">
                <a16:creationId xmlns:a16="http://schemas.microsoft.com/office/drawing/2014/main" id="{DC8BBF93-726A-1551-C485-EE5FCB2022FE}"/>
              </a:ext>
            </a:extLst>
          </p:cNvPr>
          <p:cNvSpPr>
            <a:spLocks noGrp="1"/>
          </p:cNvSpPr>
          <p:nvPr>
            <p:ph sz="quarter" idx="13"/>
          </p:nvPr>
        </p:nvSpPr>
        <p:spPr/>
        <p:txBody>
          <a:bodyPr>
            <a:normAutofit/>
          </a:bodyPr>
          <a:lstStyle/>
          <a:p>
            <a:pPr marL="0" lvl="0" indent="0" algn="l" eaLnBrk="0" fontAlgn="base" hangingPunct="0">
              <a:lnSpc>
                <a:spcPct val="100000"/>
              </a:lnSpc>
              <a:spcBef>
                <a:spcPct val="0"/>
              </a:spcBef>
              <a:spcAft>
                <a:spcPct val="0"/>
              </a:spcAft>
            </a:pPr>
            <a:r>
              <a:rPr lang="en-US" altLang="en-US" sz="2500" b="1" dirty="0">
                <a:latin typeface="Cambria" panose="02040503050406030204" pitchFamily="18" charset="0"/>
                <a:ea typeface="Cambria" panose="02040503050406030204" pitchFamily="18" charset="0"/>
              </a:rPr>
              <a:t>Table of Contents:</a:t>
            </a:r>
          </a:p>
          <a:p>
            <a:pPr marL="0" indent="0" algn="l" eaLnBrk="0" fontAlgn="base" hangingPunct="0">
              <a:lnSpc>
                <a:spcPct val="100000"/>
              </a:lnSpc>
              <a:spcBef>
                <a:spcPct val="0"/>
              </a:spcBef>
              <a:spcAft>
                <a:spcPct val="0"/>
              </a:spcAft>
            </a:pPr>
            <a:r>
              <a:rPr lang="en-US" altLang="en-US" sz="2500" dirty="0">
                <a:latin typeface="Cambria" panose="02040503050406030204" pitchFamily="18" charset="0"/>
                <a:ea typeface="Cambria" panose="02040503050406030204" pitchFamily="18" charset="0"/>
                <a:hlinkClick r:id="rId2">
                  <a:extLst>
                    <a:ext uri="{A12FA001-AC4F-418D-AE19-62706E023703}">
                      <ahyp:hlinkClr xmlns:ahyp="http://schemas.microsoft.com/office/drawing/2018/hyperlinkcolor" val="tx"/>
                    </a:ext>
                  </a:extLst>
                </a:hlinkClick>
              </a:rPr>
              <a:t>Jupyter Table Of Contents.docx</a:t>
            </a:r>
            <a:endParaRPr lang="en-US" altLang="en-US" sz="2500" dirty="0">
              <a:latin typeface="Cambria" panose="02040503050406030204" pitchFamily="18" charset="0"/>
              <a:ea typeface="Cambria" panose="02040503050406030204" pitchFamily="18" charset="0"/>
            </a:endParaRPr>
          </a:p>
          <a:p>
            <a:pPr marL="0" indent="0" algn="l" eaLnBrk="0" fontAlgn="base" hangingPunct="0">
              <a:lnSpc>
                <a:spcPct val="100000"/>
              </a:lnSpc>
              <a:spcBef>
                <a:spcPct val="0"/>
              </a:spcBef>
              <a:spcAft>
                <a:spcPct val="0"/>
              </a:spcAft>
            </a:pPr>
            <a:endParaRPr lang="en-US" altLang="en-US" sz="2500" dirty="0">
              <a:latin typeface="Cambria" panose="02040503050406030204" pitchFamily="18" charset="0"/>
              <a:ea typeface="Cambria" panose="02040503050406030204" pitchFamily="18" charset="0"/>
            </a:endParaRPr>
          </a:p>
          <a:p>
            <a:pPr marL="0" lvl="0" indent="0" algn="l" eaLnBrk="0" fontAlgn="base" hangingPunct="0">
              <a:lnSpc>
                <a:spcPct val="100000"/>
              </a:lnSpc>
              <a:spcBef>
                <a:spcPct val="0"/>
              </a:spcBef>
              <a:spcAft>
                <a:spcPct val="0"/>
              </a:spcAft>
            </a:pPr>
            <a:r>
              <a:rPr lang="en-US" altLang="en-US" sz="2500" b="1" dirty="0">
                <a:latin typeface="Cambria" panose="02040503050406030204" pitchFamily="18" charset="0"/>
                <a:ea typeface="Cambria" panose="02040503050406030204" pitchFamily="18" charset="0"/>
              </a:rPr>
              <a:t>Descriptions of script modifications and additions:</a:t>
            </a:r>
            <a:endParaRPr lang="en-US" altLang="en-US" sz="2500" b="1" dirty="0">
              <a:latin typeface="Cambria" panose="02040503050406030204" pitchFamily="18" charset="0"/>
              <a:ea typeface="Cambria" panose="02040503050406030204" pitchFamily="18" charset="0"/>
              <a:hlinkClick r:id="rId3">
                <a:extLst>
                  <a:ext uri="{A12FA001-AC4F-418D-AE19-62706E023703}">
                    <ahyp:hlinkClr xmlns:ahyp="http://schemas.microsoft.com/office/drawing/2018/hyperlinkcolor" val="tx"/>
                  </a:ext>
                </a:extLst>
              </a:hlinkClick>
            </a:endParaRPr>
          </a:p>
          <a:p>
            <a:pPr marL="0" lvl="0" indent="0" algn="l" eaLnBrk="0" fontAlgn="base" hangingPunct="0">
              <a:lnSpc>
                <a:spcPct val="100000"/>
              </a:lnSpc>
              <a:spcBef>
                <a:spcPct val="0"/>
              </a:spcBef>
              <a:spcAft>
                <a:spcPct val="0"/>
              </a:spcAft>
            </a:pPr>
            <a:r>
              <a:rPr lang="en-US" altLang="en-US" sz="2500" dirty="0">
                <a:latin typeface="Cambria" panose="02040503050406030204" pitchFamily="18" charset="0"/>
                <a:ea typeface="Cambria" panose="02040503050406030204" pitchFamily="18" charset="0"/>
                <a:hlinkClick r:id="rId3">
                  <a:extLst>
                    <a:ext uri="{A12FA001-AC4F-418D-AE19-62706E023703}">
                      <ahyp:hlinkClr xmlns:ahyp="http://schemas.microsoft.com/office/drawing/2018/hyperlinkcolor" val="tx"/>
                    </a:ext>
                  </a:extLst>
                </a:hlinkClick>
              </a:rPr>
              <a:t>Log book.xlsx</a:t>
            </a:r>
            <a:endParaRPr lang="en-US" altLang="en-US" sz="2500" dirty="0">
              <a:latin typeface="Cambria" panose="02040503050406030204" pitchFamily="18" charset="0"/>
              <a:ea typeface="Cambria" panose="02040503050406030204" pitchFamily="18" charset="0"/>
            </a:endParaRPr>
          </a:p>
          <a:p>
            <a:pPr marL="0" lvl="0" indent="0" algn="l" eaLnBrk="0" fontAlgn="base" hangingPunct="0">
              <a:lnSpc>
                <a:spcPct val="100000"/>
              </a:lnSpc>
              <a:spcBef>
                <a:spcPct val="0"/>
              </a:spcBef>
              <a:spcAft>
                <a:spcPct val="0"/>
              </a:spcAft>
            </a:pPr>
            <a:endParaRPr lang="en-US" altLang="en-US" sz="25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448761669"/>
      </p:ext>
    </p:extLst>
  </p:cSld>
  <p:clrMapOvr>
    <a:masterClrMapping/>
  </p:clrMapOvr>
</p:sld>
</file>

<file path=ppt/theme/theme1.xml><?xml version="1.0" encoding="utf-8"?>
<a:theme xmlns:a="http://schemas.openxmlformats.org/drawingml/2006/main" name="Dune">
  <a:themeElements>
    <a:clrScheme name="Dune">
      <a:dk1>
        <a:srgbClr val="131313"/>
      </a:dk1>
      <a:lt1>
        <a:sysClr val="window" lastClr="FFFFFF"/>
      </a:lt1>
      <a:dk2>
        <a:srgbClr val="272D2B"/>
      </a:dk2>
      <a:lt2>
        <a:srgbClr val="F0EDE6"/>
      </a:lt2>
      <a:accent1>
        <a:srgbClr val="647E6B"/>
      </a:accent1>
      <a:accent2>
        <a:srgbClr val="476262"/>
      </a:accent2>
      <a:accent3>
        <a:srgbClr val="9B8C69"/>
      </a:accent3>
      <a:accent4>
        <a:srgbClr val="BA988C"/>
      </a:accent4>
      <a:accent5>
        <a:srgbClr val="A27C7C"/>
      </a:accent5>
      <a:accent6>
        <a:srgbClr val="79958B"/>
      </a:accent6>
      <a:hlink>
        <a:srgbClr val="476262"/>
      </a:hlink>
      <a:folHlink>
        <a:srgbClr val="A27C7C"/>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une" id="{826328CA-5F67-4711-B85D-145ABD90F0C2}" vid="{19057A55-7D5A-4630-9E53-CA5ED644777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7c56d1bc-41ac-4de6-9e35-a477c329059c" xsi:nil="true"/>
    <_x0045_RD01 xmlns="2112e3b6-ffbe-4e3c-bbd7-445dbc30305a" xsi:nil="true"/>
    <lcf76f155ced4ddcb4097134ff3c332f xmlns="2112e3b6-ffbe-4e3c-bbd7-445dbc30305a">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56949090C73B444AB239746BF8BCC645" ma:contentTypeVersion="13" ma:contentTypeDescription="Create a new document." ma:contentTypeScope="" ma:versionID="a08e4a83fc521702b18a83360286a8a1">
  <xsd:schema xmlns:xsd="http://www.w3.org/2001/XMLSchema" xmlns:xs="http://www.w3.org/2001/XMLSchema" xmlns:p="http://schemas.microsoft.com/office/2006/metadata/properties" xmlns:ns2="2112e3b6-ffbe-4e3c-bbd7-445dbc30305a" xmlns:ns3="7c56d1bc-41ac-4de6-9e35-a477c329059c" targetNamespace="http://schemas.microsoft.com/office/2006/metadata/properties" ma:root="true" ma:fieldsID="12a003ed7ad2a51c318c83c58257db14" ns2:_="" ns3:_="">
    <xsd:import namespace="2112e3b6-ffbe-4e3c-bbd7-445dbc30305a"/>
    <xsd:import namespace="7c56d1bc-41ac-4de6-9e35-a477c329059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MediaServiceBillingMetadata" minOccurs="0"/>
                <xsd:element ref="ns2:_x0045_RD01"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112e3b6-ffbe-4e3c-bbd7-445dbc30305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BillingMetadata" ma:index="15" nillable="true" ma:displayName="MediaServiceBillingMetadata" ma:hidden="true" ma:internalName="MediaServiceBillingMetadata" ma:readOnly="true">
      <xsd:simpleType>
        <xsd:restriction base="dms:Note"/>
      </xsd:simpleType>
    </xsd:element>
    <xsd:element name="_x0045_RD01" ma:index="16" nillable="true" ma:displayName="ERD 01" ma:description="https://lucid.app/lucidchart/da2a6694-3f7a-4134-ae67-4a04a9fe31b6/edit?beaconFlowId=F06FD960F3E0842E&amp;page=0_0&amp;invitationId=inv_3d273d02-89f3-4c80-a935-bf49e75fe8b1#" ma:format="Dropdown" ma:internalName="_x0045_RD01">
      <xsd:simpleType>
        <xsd:restriction base="dms:Text">
          <xsd:maxLength value="255"/>
        </xsd:restriction>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3e20e570-3a27-4eff-9ea0-d3488a33fbf1" ma:termSetId="09814cd3-568e-fe90-9814-8d621ff8fb84" ma:anchorId="fba54fb3-c3e1-fe81-a776-ca4b69148c4d" ma:open="true" ma:isKeyword="false">
      <xsd:complexType>
        <xsd:sequence>
          <xsd:element ref="pc:Terms" minOccurs="0" maxOccurs="1"/>
        </xsd:sequence>
      </xsd:complexType>
    </xsd:element>
    <xsd:element name="MediaServiceOCR" ma:index="20"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7c56d1bc-41ac-4de6-9e35-a477c329059c" elementFormDefault="qualified">
    <xsd:import namespace="http://schemas.microsoft.com/office/2006/documentManagement/types"/>
    <xsd:import namespace="http://schemas.microsoft.com/office/infopath/2007/PartnerControls"/>
    <xsd:element name="TaxCatchAll" ma:index="19" nillable="true" ma:displayName="Taxonomy Catch All Column" ma:hidden="true" ma:list="{e277181a-e768-45e3-ad48-e3ddea6c052c}" ma:internalName="TaxCatchAll" ma:showField="CatchAllData" ma:web="7c56d1bc-41ac-4de6-9e35-a477c329059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BD7DE58-0BE1-4C71-B87C-2A79B7BE4426}">
  <ds:schemaRefs>
    <ds:schemaRef ds:uri="http://schemas.microsoft.com/sharepoint/v3/contenttype/forms"/>
  </ds:schemaRefs>
</ds:datastoreItem>
</file>

<file path=customXml/itemProps2.xml><?xml version="1.0" encoding="utf-8"?>
<ds:datastoreItem xmlns:ds="http://schemas.openxmlformats.org/officeDocument/2006/customXml" ds:itemID="{269C16DF-FD5D-45EB-A5D0-4ED61432363F}">
  <ds:schemaRefs>
    <ds:schemaRef ds:uri="230e9df3-be65-4c73-a93b-d1236ebd677e"/>
    <ds:schemaRef ds:uri="71af3243-3dd4-4a8d-8c0d-dd76da1f02a5"/>
    <ds:schemaRef ds:uri="http://schemas.microsoft.com/office/2006/metadata/properties"/>
    <ds:schemaRef ds:uri="http://schemas.microsoft.com/office/infopath/2007/PartnerControls"/>
    <ds:schemaRef ds:uri="http://schemas.microsoft.com/sharepoint/v3"/>
    <ds:schemaRef ds:uri="7c56d1bc-41ac-4de6-9e35-a477c329059c"/>
    <ds:schemaRef ds:uri="2112e3b6-ffbe-4e3c-bbd7-445dbc30305a"/>
  </ds:schemaRefs>
</ds:datastoreItem>
</file>

<file path=customXml/itemProps3.xml><?xml version="1.0" encoding="utf-8"?>
<ds:datastoreItem xmlns:ds="http://schemas.openxmlformats.org/officeDocument/2006/customXml" ds:itemID="{8189C0DE-1DDE-4920-AA30-367C57765D2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112e3b6-ffbe-4e3c-bbd7-445dbc30305a"/>
    <ds:schemaRef ds:uri="7c56d1bc-41ac-4de6-9e35-a477c329059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Dune</Template>
  <TotalTime>0</TotalTime>
  <Words>898</Words>
  <Application>Microsoft Office PowerPoint</Application>
  <PresentationFormat>Widescreen</PresentationFormat>
  <Paragraphs>47</Paragraphs>
  <Slides>4</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Arial</vt:lpstr>
      <vt:lpstr>Calibri</vt:lpstr>
      <vt:lpstr>Cambria</vt:lpstr>
      <vt:lpstr>Neue Haas Grotesk Text Pro</vt:lpstr>
      <vt:lpstr>Dune</vt:lpstr>
      <vt:lpstr>Repo Overview</vt:lpstr>
      <vt:lpstr>Data Workflow</vt:lpstr>
      <vt:lpstr>Data Workflow</vt:lpstr>
      <vt:lpstr>Repo Overview</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p:lastModifiedBy>Woo, Sabrina</cp:lastModifiedBy>
  <cp:revision>1</cp:revision>
  <dcterms:created xsi:type="dcterms:W3CDTF">2025-08-21T23:11:21Z</dcterms:created>
  <dcterms:modified xsi:type="dcterms:W3CDTF">2025-12-20T02:57:11Z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0x01010056949090C73B444AB239746BF8BCC645</vt:lpwstr>
  </property>
  <property fmtid="{D5CDD505-2E9C-101B-9397-08002B2CF9AE}" pid="3" name="MediaServiceImageTags">
    <vt:lpwstr/>
  </property>
  <property fmtid="{D5CDD505-2E9C-101B-9397-08002B2CF9AE}" pid="4" name="ComplianceAssetId">
    <vt:lpwstr/>
  </property>
  <property fmtid="{D5CDD505-2E9C-101B-9397-08002B2CF9AE}" pid="5" name="_ExtendedDescription">
    <vt:lpwstr/>
  </property>
  <property fmtid="{D5CDD505-2E9C-101B-9397-08002B2CF9AE}" pid="6" name="TriggerFlowInfo">
    <vt:lpwstr/>
  </property>
</Properties>
</file>